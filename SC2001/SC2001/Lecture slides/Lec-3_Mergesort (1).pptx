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ink/ink1.xml" ContentType="application/inkml+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88"/>
  </p:notesMasterIdLst>
  <p:handoutMasterIdLst>
    <p:handoutMasterId r:id="rId89"/>
  </p:handoutMasterIdLst>
  <p:sldIdLst>
    <p:sldId id="256" r:id="rId2"/>
    <p:sldId id="453" r:id="rId3"/>
    <p:sldId id="467" r:id="rId4"/>
    <p:sldId id="334" r:id="rId5"/>
    <p:sldId id="537" r:id="rId6"/>
    <p:sldId id="468" r:id="rId7"/>
    <p:sldId id="469" r:id="rId8"/>
    <p:sldId id="470" r:id="rId9"/>
    <p:sldId id="471" r:id="rId10"/>
    <p:sldId id="472" r:id="rId11"/>
    <p:sldId id="473" r:id="rId12"/>
    <p:sldId id="474" r:id="rId13"/>
    <p:sldId id="407" r:id="rId14"/>
    <p:sldId id="534" r:id="rId15"/>
    <p:sldId id="262" r:id="rId16"/>
    <p:sldId id="475" r:id="rId17"/>
    <p:sldId id="476" r:id="rId18"/>
    <p:sldId id="477" r:id="rId19"/>
    <p:sldId id="478" r:id="rId20"/>
    <p:sldId id="479" r:id="rId21"/>
    <p:sldId id="480" r:id="rId22"/>
    <p:sldId id="481" r:id="rId23"/>
    <p:sldId id="511" r:id="rId24"/>
    <p:sldId id="281" r:id="rId25"/>
    <p:sldId id="482" r:id="rId26"/>
    <p:sldId id="483" r:id="rId27"/>
    <p:sldId id="484" r:id="rId28"/>
    <p:sldId id="485" r:id="rId29"/>
    <p:sldId id="512" r:id="rId30"/>
    <p:sldId id="486" r:id="rId31"/>
    <p:sldId id="487" r:id="rId32"/>
    <p:sldId id="488" r:id="rId33"/>
    <p:sldId id="489" r:id="rId34"/>
    <p:sldId id="490" r:id="rId35"/>
    <p:sldId id="491" r:id="rId36"/>
    <p:sldId id="492" r:id="rId37"/>
    <p:sldId id="493" r:id="rId38"/>
    <p:sldId id="495" r:id="rId39"/>
    <p:sldId id="494" r:id="rId40"/>
    <p:sldId id="496" r:id="rId41"/>
    <p:sldId id="497" r:id="rId42"/>
    <p:sldId id="498" r:id="rId43"/>
    <p:sldId id="499" r:id="rId44"/>
    <p:sldId id="500" r:id="rId45"/>
    <p:sldId id="501" r:id="rId46"/>
    <p:sldId id="513" r:id="rId47"/>
    <p:sldId id="282" r:id="rId48"/>
    <p:sldId id="502" r:id="rId49"/>
    <p:sldId id="503" r:id="rId50"/>
    <p:sldId id="504" r:id="rId51"/>
    <p:sldId id="505" r:id="rId52"/>
    <p:sldId id="506" r:id="rId53"/>
    <p:sldId id="507" r:id="rId54"/>
    <p:sldId id="508" r:id="rId55"/>
    <p:sldId id="283" r:id="rId56"/>
    <p:sldId id="510" r:id="rId57"/>
    <p:sldId id="509" r:id="rId58"/>
    <p:sldId id="535" r:id="rId59"/>
    <p:sldId id="409" r:id="rId60"/>
    <p:sldId id="514" r:id="rId61"/>
    <p:sldId id="515" r:id="rId62"/>
    <p:sldId id="516" r:id="rId63"/>
    <p:sldId id="517" r:id="rId64"/>
    <p:sldId id="536" r:id="rId65"/>
    <p:sldId id="519" r:id="rId66"/>
    <p:sldId id="520" r:id="rId67"/>
    <p:sldId id="521" r:id="rId68"/>
    <p:sldId id="522" r:id="rId69"/>
    <p:sldId id="298" r:id="rId70"/>
    <p:sldId id="524" r:id="rId71"/>
    <p:sldId id="525" r:id="rId72"/>
    <p:sldId id="526" r:id="rId73"/>
    <p:sldId id="528" r:id="rId74"/>
    <p:sldId id="529" r:id="rId75"/>
    <p:sldId id="530" r:id="rId76"/>
    <p:sldId id="532" r:id="rId77"/>
    <p:sldId id="531" r:id="rId78"/>
    <p:sldId id="533" r:id="rId79"/>
    <p:sldId id="538" r:id="rId80"/>
    <p:sldId id="299" r:id="rId81"/>
    <p:sldId id="443" r:id="rId82"/>
    <p:sldId id="412" r:id="rId83"/>
    <p:sldId id="400" r:id="rId84"/>
    <p:sldId id="362" r:id="rId85"/>
    <p:sldId id="305" r:id="rId86"/>
    <p:sldId id="465" r:id="rId87"/>
  </p:sldIdLst>
  <p:sldSz cx="9902825" cy="6858000"/>
  <p:notesSz cx="9939338" cy="6805613"/>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544" userDrawn="1">
          <p15:clr>
            <a:srgbClr val="A4A3A4"/>
          </p15:clr>
        </p15:guide>
        <p15:guide id="2" pos="527" userDrawn="1">
          <p15:clr>
            <a:srgbClr val="A4A3A4"/>
          </p15:clr>
        </p15:guide>
        <p15:guide id="3" pos="1439" userDrawn="1">
          <p15:clr>
            <a:srgbClr val="A4A3A4"/>
          </p15:clr>
        </p15:guide>
      </p15:sldGuideLst>
    </p:ext>
    <p:ext uri="{2D200454-40CA-4A62-9FC3-DE9A4176ACB9}">
      <p15:notesGuideLst xmlns:p15="http://schemas.microsoft.com/office/powerpoint/2012/main">
        <p15:guide id="1" orient="horz" pos="2144" userDrawn="1">
          <p15:clr>
            <a:srgbClr val="A4A3A4"/>
          </p15:clr>
        </p15:guide>
        <p15:guide id="2" pos="313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76D6FF"/>
    <a:srgbClr val="CC6600"/>
    <a:srgbClr val="336600"/>
    <a:srgbClr val="669900"/>
    <a:srgbClr val="C00000"/>
    <a:srgbClr val="FF0066"/>
    <a:srgbClr val="0033CC"/>
    <a:srgbClr val="FFC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327218-6B19-B142-AF22-5F9DAF7A6BF2}" v="303" dt="2022-08-14T14:55:47.7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989" autoAdjust="0"/>
    <p:restoredTop sz="80637" autoAdjust="0"/>
  </p:normalViewPr>
  <p:slideViewPr>
    <p:cSldViewPr>
      <p:cViewPr>
        <p:scale>
          <a:sx n="105" d="100"/>
          <a:sy n="105" d="100"/>
        </p:scale>
        <p:origin x="680" y="280"/>
      </p:cViewPr>
      <p:guideLst>
        <p:guide orient="horz" pos="2544"/>
        <p:guide pos="527"/>
        <p:guide pos="143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144"/>
        <p:guide pos="3131"/>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95" Type="http://schemas.microsoft.com/office/2015/10/relationships/revisionInfo" Target="revisionInfo.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ng-Wei Lin" userId="d614b8a91a354671" providerId="LiveId" clId="{C4327218-6B19-B142-AF22-5F9DAF7A6BF2}"/>
    <pc:docChg chg="undo custSel addSld modSld">
      <pc:chgData name="Shang-Wei Lin" userId="d614b8a91a354671" providerId="LiveId" clId="{C4327218-6B19-B142-AF22-5F9DAF7A6BF2}" dt="2022-08-14T14:55:47.732" v="1072" actId="1035"/>
      <pc:docMkLst>
        <pc:docMk/>
      </pc:docMkLst>
      <pc:sldChg chg="addSp delSp modSp mod">
        <pc:chgData name="Shang-Wei Lin" userId="d614b8a91a354671" providerId="LiveId" clId="{C4327218-6B19-B142-AF22-5F9DAF7A6BF2}" dt="2022-08-03T06:35:30.476" v="12"/>
        <pc:sldMkLst>
          <pc:docMk/>
          <pc:sldMk cId="0" sldId="256"/>
        </pc:sldMkLst>
        <pc:spChg chg="del">
          <ac:chgData name="Shang-Wei Lin" userId="d614b8a91a354671" providerId="LiveId" clId="{C4327218-6B19-B142-AF22-5F9DAF7A6BF2}" dt="2022-08-03T06:35:15.213" v="9" actId="478"/>
          <ac:spMkLst>
            <pc:docMk/>
            <pc:sldMk cId="0" sldId="256"/>
            <ac:spMk id="3" creationId="{00000000-0000-0000-0000-000000000000}"/>
          </ac:spMkLst>
        </pc:spChg>
        <pc:spChg chg="add del mod">
          <ac:chgData name="Shang-Wei Lin" userId="d614b8a91a354671" providerId="LiveId" clId="{C4327218-6B19-B142-AF22-5F9DAF7A6BF2}" dt="2022-08-03T06:35:24.009" v="11" actId="478"/>
          <ac:spMkLst>
            <pc:docMk/>
            <pc:sldMk cId="0" sldId="256"/>
            <ac:spMk id="4" creationId="{940F1013-C72E-515A-D8D4-FD6211D48910}"/>
          </ac:spMkLst>
        </pc:spChg>
        <pc:spChg chg="add mod">
          <ac:chgData name="Shang-Wei Lin" userId="d614b8a91a354671" providerId="LiveId" clId="{C4327218-6B19-B142-AF22-5F9DAF7A6BF2}" dt="2022-08-03T06:35:20.730" v="10"/>
          <ac:spMkLst>
            <pc:docMk/>
            <pc:sldMk cId="0" sldId="256"/>
            <ac:spMk id="5" creationId="{F59DF27E-6995-A128-B214-C0F75D619E51}"/>
          </ac:spMkLst>
        </pc:spChg>
        <pc:spChg chg="add mod">
          <ac:chgData name="Shang-Wei Lin" userId="d614b8a91a354671" providerId="LiveId" clId="{C4327218-6B19-B142-AF22-5F9DAF7A6BF2}" dt="2022-08-03T06:35:30.476" v="12"/>
          <ac:spMkLst>
            <pc:docMk/>
            <pc:sldMk cId="0" sldId="256"/>
            <ac:spMk id="6" creationId="{174A0E9B-0F12-61FA-ADB2-ADF3B1F7FE01}"/>
          </ac:spMkLst>
        </pc:spChg>
        <pc:spChg chg="mod">
          <ac:chgData name="Shang-Wei Lin" userId="d614b8a91a354671" providerId="LiveId" clId="{C4327218-6B19-B142-AF22-5F9DAF7A6BF2}" dt="2022-08-03T06:35:06.650" v="8" actId="20577"/>
          <ac:spMkLst>
            <pc:docMk/>
            <pc:sldMk cId="0" sldId="256"/>
            <ac:spMk id="7" creationId="{00000000-0000-0000-0000-000000000000}"/>
          </ac:spMkLst>
        </pc:spChg>
      </pc:sldChg>
      <pc:sldChg chg="modSp">
        <pc:chgData name="Shang-Wei Lin" userId="d614b8a91a354671" providerId="LiveId" clId="{C4327218-6B19-B142-AF22-5F9DAF7A6BF2}" dt="2022-08-13T07:14:05.016" v="24" actId="14100"/>
        <pc:sldMkLst>
          <pc:docMk/>
          <pc:sldMk cId="0" sldId="262"/>
        </pc:sldMkLst>
        <pc:spChg chg="mod">
          <ac:chgData name="Shang-Wei Lin" userId="d614b8a91a354671" providerId="LiveId" clId="{C4327218-6B19-B142-AF22-5F9DAF7A6BF2}" dt="2022-08-13T07:14:05.016" v="24" actId="14100"/>
          <ac:spMkLst>
            <pc:docMk/>
            <pc:sldMk cId="0" sldId="262"/>
            <ac:spMk id="33795" creationId="{00000000-0000-0000-0000-000000000000}"/>
          </ac:spMkLst>
        </pc:spChg>
      </pc:sldChg>
      <pc:sldChg chg="modSp">
        <pc:chgData name="Shang-Wei Lin" userId="d614b8a91a354671" providerId="LiveId" clId="{C4327218-6B19-B142-AF22-5F9DAF7A6BF2}" dt="2022-08-13T07:14:02.988" v="23" actId="14100"/>
        <pc:sldMkLst>
          <pc:docMk/>
          <pc:sldMk cId="0" sldId="281"/>
        </pc:sldMkLst>
        <pc:spChg chg="mod">
          <ac:chgData name="Shang-Wei Lin" userId="d614b8a91a354671" providerId="LiveId" clId="{C4327218-6B19-B142-AF22-5F9DAF7A6BF2}" dt="2022-08-13T07:14:02.988" v="23" actId="14100"/>
          <ac:spMkLst>
            <pc:docMk/>
            <pc:sldMk cId="0" sldId="281"/>
            <ac:spMk id="34819" creationId="{00000000-0000-0000-0000-000000000000}"/>
          </ac:spMkLst>
        </pc:spChg>
      </pc:sldChg>
      <pc:sldChg chg="addSp delSp modSp mod">
        <pc:chgData name="Shang-Wei Lin" userId="d614b8a91a354671" providerId="LiveId" clId="{C4327218-6B19-B142-AF22-5F9DAF7A6BF2}" dt="2022-08-14T14:55:47.732" v="1072" actId="1035"/>
        <pc:sldMkLst>
          <pc:docMk/>
          <pc:sldMk cId="0" sldId="282"/>
        </pc:sldMkLst>
        <pc:spChg chg="mod">
          <ac:chgData name="Shang-Wei Lin" userId="d614b8a91a354671" providerId="LiveId" clId="{C4327218-6B19-B142-AF22-5F9DAF7A6BF2}" dt="2022-08-14T14:55:47.732" v="1072" actId="1035"/>
          <ac:spMkLst>
            <pc:docMk/>
            <pc:sldMk cId="0" sldId="282"/>
            <ac:spMk id="3" creationId="{00000000-0000-0000-0000-000000000000}"/>
          </ac:spMkLst>
        </pc:spChg>
        <pc:spChg chg="add del mod">
          <ac:chgData name="Shang-Wei Lin" userId="d614b8a91a354671" providerId="LiveId" clId="{C4327218-6B19-B142-AF22-5F9DAF7A6BF2}" dt="2022-08-13T14:52:05.106" v="91" actId="478"/>
          <ac:spMkLst>
            <pc:docMk/>
            <pc:sldMk cId="0" sldId="282"/>
            <ac:spMk id="4" creationId="{19127526-C39D-0A4A-AA4E-4D158412E357}"/>
          </ac:spMkLst>
        </pc:spChg>
        <pc:spChg chg="add del mod">
          <ac:chgData name="Shang-Wei Lin" userId="d614b8a91a354671" providerId="LiveId" clId="{C4327218-6B19-B142-AF22-5F9DAF7A6BF2}" dt="2022-08-13T14:52:05.106" v="91" actId="478"/>
          <ac:spMkLst>
            <pc:docMk/>
            <pc:sldMk cId="0" sldId="282"/>
            <ac:spMk id="5" creationId="{92D8BA47-4BFE-A192-227A-8A54CEF21EB6}"/>
          </ac:spMkLst>
        </pc:spChg>
        <pc:spChg chg="add del mod">
          <ac:chgData name="Shang-Wei Lin" userId="d614b8a91a354671" providerId="LiveId" clId="{C4327218-6B19-B142-AF22-5F9DAF7A6BF2}" dt="2022-08-13T14:52:05.106" v="91" actId="478"/>
          <ac:spMkLst>
            <pc:docMk/>
            <pc:sldMk cId="0" sldId="282"/>
            <ac:spMk id="6" creationId="{BCE219DC-81FF-A0A4-D17F-0CF812E1E8CE}"/>
          </ac:spMkLst>
        </pc:spChg>
        <pc:spChg chg="add del mod">
          <ac:chgData name="Shang-Wei Lin" userId="d614b8a91a354671" providerId="LiveId" clId="{C4327218-6B19-B142-AF22-5F9DAF7A6BF2}" dt="2022-08-13T14:52:05.106" v="91" actId="478"/>
          <ac:spMkLst>
            <pc:docMk/>
            <pc:sldMk cId="0" sldId="282"/>
            <ac:spMk id="7" creationId="{17E197BC-A708-69C8-F91D-E12E7453BF8D}"/>
          </ac:spMkLst>
        </pc:spChg>
        <pc:spChg chg="add del mod">
          <ac:chgData name="Shang-Wei Lin" userId="d614b8a91a354671" providerId="LiveId" clId="{C4327218-6B19-B142-AF22-5F9DAF7A6BF2}" dt="2022-08-13T14:52:07.445" v="92" actId="478"/>
          <ac:spMkLst>
            <pc:docMk/>
            <pc:sldMk cId="0" sldId="282"/>
            <ac:spMk id="8" creationId="{685E5BB1-4E66-93B7-E9CF-DAC40A048190}"/>
          </ac:spMkLst>
        </pc:spChg>
        <pc:spChg chg="add mod topLvl">
          <ac:chgData name="Shang-Wei Lin" userId="d614b8a91a354671" providerId="LiveId" clId="{C4327218-6B19-B142-AF22-5F9DAF7A6BF2}" dt="2022-08-13T15:04:46.812" v="182" actId="164"/>
          <ac:spMkLst>
            <pc:docMk/>
            <pc:sldMk cId="0" sldId="282"/>
            <ac:spMk id="9" creationId="{24521781-9232-11C8-530A-6F3786AE891B}"/>
          </ac:spMkLst>
        </pc:spChg>
        <pc:spChg chg="add del mod topLvl">
          <ac:chgData name="Shang-Wei Lin" userId="d614b8a91a354671" providerId="LiveId" clId="{C4327218-6B19-B142-AF22-5F9DAF7A6BF2}" dt="2022-08-13T14:59:27.072" v="140" actId="478"/>
          <ac:spMkLst>
            <pc:docMk/>
            <pc:sldMk cId="0" sldId="282"/>
            <ac:spMk id="10" creationId="{D9776A4A-5678-9343-A469-6021F7754094}"/>
          </ac:spMkLst>
        </pc:spChg>
        <pc:spChg chg="add del mod">
          <ac:chgData name="Shang-Wei Lin" userId="d614b8a91a354671" providerId="LiveId" clId="{C4327218-6B19-B142-AF22-5F9DAF7A6BF2}" dt="2022-08-13T14:49:33.473" v="49" actId="478"/>
          <ac:spMkLst>
            <pc:docMk/>
            <pc:sldMk cId="0" sldId="282"/>
            <ac:spMk id="11" creationId="{BB9753C0-560B-388E-2BAE-269752E9CCB6}"/>
          </ac:spMkLst>
        </pc:spChg>
        <pc:spChg chg="add del mod topLvl">
          <ac:chgData name="Shang-Wei Lin" userId="d614b8a91a354671" providerId="LiveId" clId="{C4327218-6B19-B142-AF22-5F9DAF7A6BF2}" dt="2022-08-13T14:59:29.817" v="141" actId="478"/>
          <ac:spMkLst>
            <pc:docMk/>
            <pc:sldMk cId="0" sldId="282"/>
            <ac:spMk id="12" creationId="{AB5FB6FB-CCC5-BCC9-9EF1-E331C6895450}"/>
          </ac:spMkLst>
        </pc:spChg>
        <pc:spChg chg="add del mod">
          <ac:chgData name="Shang-Wei Lin" userId="d614b8a91a354671" providerId="LiveId" clId="{C4327218-6B19-B142-AF22-5F9DAF7A6BF2}" dt="2022-08-13T14:49:56.499" v="58" actId="478"/>
          <ac:spMkLst>
            <pc:docMk/>
            <pc:sldMk cId="0" sldId="282"/>
            <ac:spMk id="13" creationId="{A39DD7E3-CFDF-ADB8-E0B8-B674F0AEEFB7}"/>
          </ac:spMkLst>
        </pc:spChg>
        <pc:spChg chg="add del mod topLvl">
          <ac:chgData name="Shang-Wei Lin" userId="d614b8a91a354671" providerId="LiveId" clId="{C4327218-6B19-B142-AF22-5F9DAF7A6BF2}" dt="2022-08-13T14:59:31.910" v="142" actId="478"/>
          <ac:spMkLst>
            <pc:docMk/>
            <pc:sldMk cId="0" sldId="282"/>
            <ac:spMk id="14" creationId="{2BD7283E-EE15-9043-A504-B10E0DAC5AB6}"/>
          </ac:spMkLst>
        </pc:spChg>
        <pc:spChg chg="add del mod">
          <ac:chgData name="Shang-Wei Lin" userId="d614b8a91a354671" providerId="LiveId" clId="{C4327218-6B19-B142-AF22-5F9DAF7A6BF2}" dt="2022-08-13T14:50:12.885" v="63" actId="478"/>
          <ac:spMkLst>
            <pc:docMk/>
            <pc:sldMk cId="0" sldId="282"/>
            <ac:spMk id="15" creationId="{893F932E-7C3C-CA93-E331-53722FBDC08E}"/>
          </ac:spMkLst>
        </pc:spChg>
        <pc:spChg chg="add del mod topLvl">
          <ac:chgData name="Shang-Wei Lin" userId="d614b8a91a354671" providerId="LiveId" clId="{C4327218-6B19-B142-AF22-5F9DAF7A6BF2}" dt="2022-08-13T14:59:34.169" v="143" actId="478"/>
          <ac:spMkLst>
            <pc:docMk/>
            <pc:sldMk cId="0" sldId="282"/>
            <ac:spMk id="16" creationId="{487E78BB-4745-808D-573B-7AC69DBCF146}"/>
          </ac:spMkLst>
        </pc:spChg>
        <pc:spChg chg="add mod topLvl">
          <ac:chgData name="Shang-Wei Lin" userId="d614b8a91a354671" providerId="LiveId" clId="{C4327218-6B19-B142-AF22-5F9DAF7A6BF2}" dt="2022-08-13T15:04:46.812" v="182" actId="164"/>
          <ac:spMkLst>
            <pc:docMk/>
            <pc:sldMk cId="0" sldId="282"/>
            <ac:spMk id="17" creationId="{BF1911DF-807A-A105-5B7E-EE549E89E61A}"/>
          </ac:spMkLst>
        </pc:spChg>
        <pc:spChg chg="add del mod">
          <ac:chgData name="Shang-Wei Lin" userId="d614b8a91a354671" providerId="LiveId" clId="{C4327218-6B19-B142-AF22-5F9DAF7A6BF2}" dt="2022-08-13T14:52:05.106" v="91" actId="478"/>
          <ac:spMkLst>
            <pc:docMk/>
            <pc:sldMk cId="0" sldId="282"/>
            <ac:spMk id="18" creationId="{A9324452-47E7-0FFD-7E48-CEA458D66C52}"/>
          </ac:spMkLst>
        </pc:spChg>
        <pc:spChg chg="add del mod">
          <ac:chgData name="Shang-Wei Lin" userId="d614b8a91a354671" providerId="LiveId" clId="{C4327218-6B19-B142-AF22-5F9DAF7A6BF2}" dt="2022-08-13T14:52:05.106" v="91" actId="478"/>
          <ac:spMkLst>
            <pc:docMk/>
            <pc:sldMk cId="0" sldId="282"/>
            <ac:spMk id="19" creationId="{38DDB9B9-0CF6-CC59-A4CA-F690A2BE53C5}"/>
          </ac:spMkLst>
        </pc:spChg>
        <pc:spChg chg="add del mod">
          <ac:chgData name="Shang-Wei Lin" userId="d614b8a91a354671" providerId="LiveId" clId="{C4327218-6B19-B142-AF22-5F9DAF7A6BF2}" dt="2022-08-13T14:52:05.106" v="91" actId="478"/>
          <ac:spMkLst>
            <pc:docMk/>
            <pc:sldMk cId="0" sldId="282"/>
            <ac:spMk id="20" creationId="{21E2A2FF-BE5A-774B-DA0A-7B951EAD552E}"/>
          </ac:spMkLst>
        </pc:spChg>
        <pc:spChg chg="add del mod">
          <ac:chgData name="Shang-Wei Lin" userId="d614b8a91a354671" providerId="LiveId" clId="{C4327218-6B19-B142-AF22-5F9DAF7A6BF2}" dt="2022-08-13T14:52:05.106" v="91" actId="478"/>
          <ac:spMkLst>
            <pc:docMk/>
            <pc:sldMk cId="0" sldId="282"/>
            <ac:spMk id="21" creationId="{AA1FFA13-FC54-949F-9209-3B3EE602980E}"/>
          </ac:spMkLst>
        </pc:spChg>
        <pc:spChg chg="add mod topLvl">
          <ac:chgData name="Shang-Wei Lin" userId="d614b8a91a354671" providerId="LiveId" clId="{C4327218-6B19-B142-AF22-5F9DAF7A6BF2}" dt="2022-08-13T15:04:46.812" v="182" actId="164"/>
          <ac:spMkLst>
            <pc:docMk/>
            <pc:sldMk cId="0" sldId="282"/>
            <ac:spMk id="22" creationId="{6929B3E0-DEBE-0AD1-B6A1-CFF7AB6097F6}"/>
          </ac:spMkLst>
        </pc:spChg>
        <pc:spChg chg="add mod topLvl">
          <ac:chgData name="Shang-Wei Lin" userId="d614b8a91a354671" providerId="LiveId" clId="{C4327218-6B19-B142-AF22-5F9DAF7A6BF2}" dt="2022-08-13T15:04:46.812" v="182" actId="164"/>
          <ac:spMkLst>
            <pc:docMk/>
            <pc:sldMk cId="0" sldId="282"/>
            <ac:spMk id="23" creationId="{3BCAAEA4-00FB-1A98-1D28-CE19436624CC}"/>
          </ac:spMkLst>
        </pc:spChg>
        <pc:spChg chg="add mod topLvl">
          <ac:chgData name="Shang-Wei Lin" userId="d614b8a91a354671" providerId="LiveId" clId="{C4327218-6B19-B142-AF22-5F9DAF7A6BF2}" dt="2022-08-13T15:04:46.812" v="182" actId="164"/>
          <ac:spMkLst>
            <pc:docMk/>
            <pc:sldMk cId="0" sldId="282"/>
            <ac:spMk id="24" creationId="{17071B20-0647-59DF-E7B3-2C5226393C55}"/>
          </ac:spMkLst>
        </pc:spChg>
        <pc:spChg chg="add mod topLvl">
          <ac:chgData name="Shang-Wei Lin" userId="d614b8a91a354671" providerId="LiveId" clId="{C4327218-6B19-B142-AF22-5F9DAF7A6BF2}" dt="2022-08-13T15:04:46.812" v="182" actId="164"/>
          <ac:spMkLst>
            <pc:docMk/>
            <pc:sldMk cId="0" sldId="282"/>
            <ac:spMk id="25" creationId="{4F91D0C0-51F1-0CC7-F482-015DCA478F96}"/>
          </ac:spMkLst>
        </pc:spChg>
        <pc:spChg chg="add del mod topLvl">
          <ac:chgData name="Shang-Wei Lin" userId="d614b8a91a354671" providerId="LiveId" clId="{C4327218-6B19-B142-AF22-5F9DAF7A6BF2}" dt="2022-08-13T14:59:36.716" v="144" actId="478"/>
          <ac:spMkLst>
            <pc:docMk/>
            <pc:sldMk cId="0" sldId="282"/>
            <ac:spMk id="26" creationId="{A2229739-602A-6C42-A252-6455FD5DE7E7}"/>
          </ac:spMkLst>
        </pc:spChg>
        <pc:spChg chg="add del mod topLvl">
          <ac:chgData name="Shang-Wei Lin" userId="d614b8a91a354671" providerId="LiveId" clId="{C4327218-6B19-B142-AF22-5F9DAF7A6BF2}" dt="2022-08-13T14:59:38.502" v="145" actId="478"/>
          <ac:spMkLst>
            <pc:docMk/>
            <pc:sldMk cId="0" sldId="282"/>
            <ac:spMk id="27" creationId="{58CE6B46-B11C-1DC8-BD23-C18D50568CCA}"/>
          </ac:spMkLst>
        </pc:spChg>
        <pc:spChg chg="add del mod topLvl">
          <ac:chgData name="Shang-Wei Lin" userId="d614b8a91a354671" providerId="LiveId" clId="{C4327218-6B19-B142-AF22-5F9DAF7A6BF2}" dt="2022-08-13T14:59:40.426" v="146" actId="478"/>
          <ac:spMkLst>
            <pc:docMk/>
            <pc:sldMk cId="0" sldId="282"/>
            <ac:spMk id="28" creationId="{CB20A30E-768B-8A0C-57AA-1AE2F18013EB}"/>
          </ac:spMkLst>
        </pc:spChg>
        <pc:spChg chg="add del mod topLvl">
          <ac:chgData name="Shang-Wei Lin" userId="d614b8a91a354671" providerId="LiveId" clId="{C4327218-6B19-B142-AF22-5F9DAF7A6BF2}" dt="2022-08-13T14:59:42.466" v="147" actId="478"/>
          <ac:spMkLst>
            <pc:docMk/>
            <pc:sldMk cId="0" sldId="282"/>
            <ac:spMk id="29" creationId="{0ED68DBC-9097-A275-AF54-C56BE1D87DD6}"/>
          </ac:spMkLst>
        </pc:spChg>
        <pc:spChg chg="add mod topLvl">
          <ac:chgData name="Shang-Wei Lin" userId="d614b8a91a354671" providerId="LiveId" clId="{C4327218-6B19-B142-AF22-5F9DAF7A6BF2}" dt="2022-08-13T15:04:46.812" v="182" actId="164"/>
          <ac:spMkLst>
            <pc:docMk/>
            <pc:sldMk cId="0" sldId="282"/>
            <ac:spMk id="30" creationId="{5B182421-9980-C973-FA31-327E5DB2E071}"/>
          </ac:spMkLst>
        </pc:spChg>
        <pc:spChg chg="add mod topLvl">
          <ac:chgData name="Shang-Wei Lin" userId="d614b8a91a354671" providerId="LiveId" clId="{C4327218-6B19-B142-AF22-5F9DAF7A6BF2}" dt="2022-08-13T15:27:43.177" v="329" actId="20577"/>
          <ac:spMkLst>
            <pc:docMk/>
            <pc:sldMk cId="0" sldId="282"/>
            <ac:spMk id="31" creationId="{12492A26-F0AB-DBB1-DFA0-030735BB7AA6}"/>
          </ac:spMkLst>
        </pc:spChg>
        <pc:spChg chg="add mod topLvl">
          <ac:chgData name="Shang-Wei Lin" userId="d614b8a91a354671" providerId="LiveId" clId="{C4327218-6B19-B142-AF22-5F9DAF7A6BF2}" dt="2022-08-13T15:04:46.812" v="182" actId="164"/>
          <ac:spMkLst>
            <pc:docMk/>
            <pc:sldMk cId="0" sldId="282"/>
            <ac:spMk id="32" creationId="{6CAF6EA2-2CD4-635F-E6ED-E063990E39A8}"/>
          </ac:spMkLst>
        </pc:spChg>
        <pc:spChg chg="add mod topLvl">
          <ac:chgData name="Shang-Wei Lin" userId="d614b8a91a354671" providerId="LiveId" clId="{C4327218-6B19-B142-AF22-5F9DAF7A6BF2}" dt="2022-08-13T15:04:46.812" v="182" actId="164"/>
          <ac:spMkLst>
            <pc:docMk/>
            <pc:sldMk cId="0" sldId="282"/>
            <ac:spMk id="33" creationId="{1102F129-DA0E-6384-82A6-4D163FF74AD6}"/>
          </ac:spMkLst>
        </pc:spChg>
        <pc:spChg chg="add mod topLvl">
          <ac:chgData name="Shang-Wei Lin" userId="d614b8a91a354671" providerId="LiveId" clId="{C4327218-6B19-B142-AF22-5F9DAF7A6BF2}" dt="2022-08-13T15:04:46.812" v="182" actId="164"/>
          <ac:spMkLst>
            <pc:docMk/>
            <pc:sldMk cId="0" sldId="282"/>
            <ac:spMk id="36" creationId="{3729D9A2-3685-033D-439F-DF8B6857EF4F}"/>
          </ac:spMkLst>
        </pc:spChg>
        <pc:spChg chg="add mod topLvl">
          <ac:chgData name="Shang-Wei Lin" userId="d614b8a91a354671" providerId="LiveId" clId="{C4327218-6B19-B142-AF22-5F9DAF7A6BF2}" dt="2022-08-13T15:04:46.812" v="182" actId="164"/>
          <ac:spMkLst>
            <pc:docMk/>
            <pc:sldMk cId="0" sldId="282"/>
            <ac:spMk id="37" creationId="{212000F6-0FAA-CC32-2F29-5F7BBBDF75A0}"/>
          </ac:spMkLst>
        </pc:spChg>
        <pc:grpChg chg="add del mod">
          <ac:chgData name="Shang-Wei Lin" userId="d614b8a91a354671" providerId="LiveId" clId="{C4327218-6B19-B142-AF22-5F9DAF7A6BF2}" dt="2022-08-13T14:59:22.725" v="138" actId="165"/>
          <ac:grpSpMkLst>
            <pc:docMk/>
            <pc:sldMk cId="0" sldId="282"/>
            <ac:grpSpMk id="34" creationId="{12B8902D-6E32-EA06-9CDA-8BF47BEB590B}"/>
          </ac:grpSpMkLst>
        </pc:grpChg>
        <pc:grpChg chg="add del mod topLvl">
          <ac:chgData name="Shang-Wei Lin" userId="d614b8a91a354671" providerId="LiveId" clId="{C4327218-6B19-B142-AF22-5F9DAF7A6BF2}" dt="2022-08-13T15:03:04.490" v="169" actId="165"/>
          <ac:grpSpMkLst>
            <pc:docMk/>
            <pc:sldMk cId="0" sldId="282"/>
            <ac:grpSpMk id="35" creationId="{FC643763-6E35-C263-5DDA-0E4468FA6BB3}"/>
          </ac:grpSpMkLst>
        </pc:grpChg>
        <pc:grpChg chg="add del mod">
          <ac:chgData name="Shang-Wei Lin" userId="d614b8a91a354671" providerId="LiveId" clId="{C4327218-6B19-B142-AF22-5F9DAF7A6BF2}" dt="2022-08-13T15:02:23.073" v="166" actId="165"/>
          <ac:grpSpMkLst>
            <pc:docMk/>
            <pc:sldMk cId="0" sldId="282"/>
            <ac:grpSpMk id="38" creationId="{245EC975-7F12-08B8-D9A9-3F1FB9F8402D}"/>
          </ac:grpSpMkLst>
        </pc:grpChg>
        <pc:grpChg chg="add mod">
          <ac:chgData name="Shang-Wei Lin" userId="d614b8a91a354671" providerId="LiveId" clId="{C4327218-6B19-B142-AF22-5F9DAF7A6BF2}" dt="2022-08-13T15:04:39.551" v="181" actId="164"/>
          <ac:grpSpMkLst>
            <pc:docMk/>
            <pc:sldMk cId="0" sldId="282"/>
            <ac:grpSpMk id="39" creationId="{2968ABB0-34FF-F231-9A98-C196D8FF5B2E}"/>
          </ac:grpSpMkLst>
        </pc:grpChg>
        <pc:grpChg chg="add mod">
          <ac:chgData name="Shang-Wei Lin" userId="d614b8a91a354671" providerId="LiveId" clId="{C4327218-6B19-B142-AF22-5F9DAF7A6BF2}" dt="2022-08-13T15:04:51.135" v="183" actId="1076"/>
          <ac:grpSpMkLst>
            <pc:docMk/>
            <pc:sldMk cId="0" sldId="282"/>
            <ac:grpSpMk id="40" creationId="{0DDE6206-1D0B-00D0-9D77-FF0831D6BBCB}"/>
          </ac:grpSpMkLst>
        </pc:grpChg>
      </pc:sldChg>
      <pc:sldChg chg="addSp delSp modSp mod modAnim">
        <pc:chgData name="Shang-Wei Lin" userId="d614b8a91a354671" providerId="LiveId" clId="{C4327218-6B19-B142-AF22-5F9DAF7A6BF2}" dt="2022-08-14T09:21:40.140" v="640"/>
        <pc:sldMkLst>
          <pc:docMk/>
          <pc:sldMk cId="0" sldId="334"/>
        </pc:sldMkLst>
        <pc:spChg chg="mod">
          <ac:chgData name="Shang-Wei Lin" userId="d614b8a91a354671" providerId="LiveId" clId="{C4327218-6B19-B142-AF22-5F9DAF7A6BF2}" dt="2022-08-14T08:48:16.483" v="360" actId="20577"/>
          <ac:spMkLst>
            <pc:docMk/>
            <pc:sldMk cId="0" sldId="334"/>
            <ac:spMk id="2" creationId="{00000000-0000-0000-0000-000000000000}"/>
          </ac:spMkLst>
        </pc:spChg>
        <pc:spChg chg="add del mod">
          <ac:chgData name="Shang-Wei Lin" userId="d614b8a91a354671" providerId="LiveId" clId="{C4327218-6B19-B142-AF22-5F9DAF7A6BF2}" dt="2022-08-14T08:48:23.915" v="362" actId="478"/>
          <ac:spMkLst>
            <pc:docMk/>
            <pc:sldMk cId="0" sldId="334"/>
            <ac:spMk id="3" creationId="{D3A4DDB5-159F-8B1B-32B0-FC9D338ADC05}"/>
          </ac:spMkLst>
        </pc:spChg>
        <pc:spChg chg="add del mod">
          <ac:chgData name="Shang-Wei Lin" userId="d614b8a91a354671" providerId="LiveId" clId="{C4327218-6B19-B142-AF22-5F9DAF7A6BF2}" dt="2022-08-14T08:50:38.493" v="387" actId="478"/>
          <ac:spMkLst>
            <pc:docMk/>
            <pc:sldMk cId="0" sldId="334"/>
            <ac:spMk id="4" creationId="{A070B5C6-23FC-1B11-985C-99FE6A37FD01}"/>
          </ac:spMkLst>
        </pc:spChg>
        <pc:spChg chg="add del mod">
          <ac:chgData name="Shang-Wei Lin" userId="d614b8a91a354671" providerId="LiveId" clId="{C4327218-6B19-B142-AF22-5F9DAF7A6BF2}" dt="2022-08-14T08:50:37.167" v="386" actId="478"/>
          <ac:spMkLst>
            <pc:docMk/>
            <pc:sldMk cId="0" sldId="334"/>
            <ac:spMk id="5" creationId="{280F9700-46E0-AA86-CEE5-90CF8730A443}"/>
          </ac:spMkLst>
        </pc:spChg>
        <pc:spChg chg="add mod">
          <ac:chgData name="Shang-Wei Lin" userId="d614b8a91a354671" providerId="LiveId" clId="{C4327218-6B19-B142-AF22-5F9DAF7A6BF2}" dt="2022-08-14T09:00:09.585" v="479" actId="20577"/>
          <ac:spMkLst>
            <pc:docMk/>
            <pc:sldMk cId="0" sldId="334"/>
            <ac:spMk id="6" creationId="{6ED0BB77-0A1C-0D8A-A7D5-F844976A0588}"/>
          </ac:spMkLst>
        </pc:spChg>
        <pc:spChg chg="add mod">
          <ac:chgData name="Shang-Wei Lin" userId="d614b8a91a354671" providerId="LiveId" clId="{C4327218-6B19-B142-AF22-5F9DAF7A6BF2}" dt="2022-08-14T08:54:32.589" v="435" actId="164"/>
          <ac:spMkLst>
            <pc:docMk/>
            <pc:sldMk cId="0" sldId="334"/>
            <ac:spMk id="7" creationId="{74780A4E-020D-D7F2-B50A-8F844BDC2C99}"/>
          </ac:spMkLst>
        </pc:spChg>
        <pc:spChg chg="add mod">
          <ac:chgData name="Shang-Wei Lin" userId="d614b8a91a354671" providerId="LiveId" clId="{C4327218-6B19-B142-AF22-5F9DAF7A6BF2}" dt="2022-08-14T08:54:32.589" v="435" actId="164"/>
          <ac:spMkLst>
            <pc:docMk/>
            <pc:sldMk cId="0" sldId="334"/>
            <ac:spMk id="8" creationId="{A3B2A57F-9F26-14F6-80B8-BC6CE72D8DB2}"/>
          </ac:spMkLst>
        </pc:spChg>
        <pc:spChg chg="add del mod">
          <ac:chgData name="Shang-Wei Lin" userId="d614b8a91a354671" providerId="LiveId" clId="{C4327218-6B19-B142-AF22-5F9DAF7A6BF2}" dt="2022-08-14T08:51:33.929" v="401" actId="478"/>
          <ac:spMkLst>
            <pc:docMk/>
            <pc:sldMk cId="0" sldId="334"/>
            <ac:spMk id="9" creationId="{736069D2-0D44-E890-2A1A-C927EEF1AFC5}"/>
          </ac:spMkLst>
        </pc:spChg>
        <pc:spChg chg="add del mod">
          <ac:chgData name="Shang-Wei Lin" userId="d614b8a91a354671" providerId="LiveId" clId="{C4327218-6B19-B142-AF22-5F9DAF7A6BF2}" dt="2022-08-14T08:51:33.929" v="401" actId="478"/>
          <ac:spMkLst>
            <pc:docMk/>
            <pc:sldMk cId="0" sldId="334"/>
            <ac:spMk id="10" creationId="{754D1500-28C3-0DFC-7BAF-BBA978909FFF}"/>
          </ac:spMkLst>
        </pc:spChg>
        <pc:spChg chg="add del mod">
          <ac:chgData name="Shang-Wei Lin" userId="d614b8a91a354671" providerId="LiveId" clId="{C4327218-6B19-B142-AF22-5F9DAF7A6BF2}" dt="2022-08-14T08:51:33.929" v="401" actId="478"/>
          <ac:spMkLst>
            <pc:docMk/>
            <pc:sldMk cId="0" sldId="334"/>
            <ac:spMk id="11" creationId="{6FD8887A-0F7D-D1D4-C79D-7DCB104260E7}"/>
          </ac:spMkLst>
        </pc:spChg>
        <pc:spChg chg="add mod">
          <ac:chgData name="Shang-Wei Lin" userId="d614b8a91a354671" providerId="LiveId" clId="{C4327218-6B19-B142-AF22-5F9DAF7A6BF2}" dt="2022-08-14T08:54:32.589" v="435" actId="164"/>
          <ac:spMkLst>
            <pc:docMk/>
            <pc:sldMk cId="0" sldId="334"/>
            <ac:spMk id="12" creationId="{D0E073C7-C80A-10D5-052F-3C192D374AF1}"/>
          </ac:spMkLst>
        </pc:spChg>
        <pc:spChg chg="add mod">
          <ac:chgData name="Shang-Wei Lin" userId="d614b8a91a354671" providerId="LiveId" clId="{C4327218-6B19-B142-AF22-5F9DAF7A6BF2}" dt="2022-08-14T08:54:32.589" v="435" actId="164"/>
          <ac:spMkLst>
            <pc:docMk/>
            <pc:sldMk cId="0" sldId="334"/>
            <ac:spMk id="13" creationId="{A1DC1EED-88CA-279D-927C-4C9C4421C511}"/>
          </ac:spMkLst>
        </pc:spChg>
        <pc:spChg chg="add mod">
          <ac:chgData name="Shang-Wei Lin" userId="d614b8a91a354671" providerId="LiveId" clId="{C4327218-6B19-B142-AF22-5F9DAF7A6BF2}" dt="2022-08-14T08:54:32.589" v="435" actId="164"/>
          <ac:spMkLst>
            <pc:docMk/>
            <pc:sldMk cId="0" sldId="334"/>
            <ac:spMk id="14" creationId="{6CC3E84D-1266-DC30-A6FF-8536CC5A9C01}"/>
          </ac:spMkLst>
        </pc:spChg>
        <pc:spChg chg="mod topLvl">
          <ac:chgData name="Shang-Wei Lin" userId="d614b8a91a354671" providerId="LiveId" clId="{C4327218-6B19-B142-AF22-5F9DAF7A6BF2}" dt="2022-08-14T09:00:12.342" v="480" actId="20577"/>
          <ac:spMkLst>
            <pc:docMk/>
            <pc:sldMk cId="0" sldId="334"/>
            <ac:spMk id="17" creationId="{248DE2BA-433A-FA75-AC28-9BD5815A23DC}"/>
          </ac:spMkLst>
        </pc:spChg>
        <pc:spChg chg="mod topLvl">
          <ac:chgData name="Shang-Wei Lin" userId="d614b8a91a354671" providerId="LiveId" clId="{C4327218-6B19-B142-AF22-5F9DAF7A6BF2}" dt="2022-08-14T08:54:53.513" v="440" actId="164"/>
          <ac:spMkLst>
            <pc:docMk/>
            <pc:sldMk cId="0" sldId="334"/>
            <ac:spMk id="18" creationId="{4F5FC7F2-FA56-D206-F83F-48F81CECCBC0}"/>
          </ac:spMkLst>
        </pc:spChg>
        <pc:spChg chg="mod topLvl">
          <ac:chgData name="Shang-Wei Lin" userId="d614b8a91a354671" providerId="LiveId" clId="{C4327218-6B19-B142-AF22-5F9DAF7A6BF2}" dt="2022-08-14T08:54:53.513" v="440" actId="164"/>
          <ac:spMkLst>
            <pc:docMk/>
            <pc:sldMk cId="0" sldId="334"/>
            <ac:spMk id="19" creationId="{6A437910-765A-3382-1FD1-E6CA24BAF742}"/>
          </ac:spMkLst>
        </pc:spChg>
        <pc:spChg chg="mod topLvl">
          <ac:chgData name="Shang-Wei Lin" userId="d614b8a91a354671" providerId="LiveId" clId="{C4327218-6B19-B142-AF22-5F9DAF7A6BF2}" dt="2022-08-14T08:55:02.760" v="442" actId="164"/>
          <ac:spMkLst>
            <pc:docMk/>
            <pc:sldMk cId="0" sldId="334"/>
            <ac:spMk id="20" creationId="{3AAB9410-B28E-6423-3FCB-74DDC400612F}"/>
          </ac:spMkLst>
        </pc:spChg>
        <pc:spChg chg="mod topLvl">
          <ac:chgData name="Shang-Wei Lin" userId="d614b8a91a354671" providerId="LiveId" clId="{C4327218-6B19-B142-AF22-5F9DAF7A6BF2}" dt="2022-08-14T08:55:02.760" v="442" actId="164"/>
          <ac:spMkLst>
            <pc:docMk/>
            <pc:sldMk cId="0" sldId="334"/>
            <ac:spMk id="21" creationId="{C9300950-7DF0-BD71-1632-99ED089A7376}"/>
          </ac:spMkLst>
        </pc:spChg>
        <pc:spChg chg="mod topLvl">
          <ac:chgData name="Shang-Wei Lin" userId="d614b8a91a354671" providerId="LiveId" clId="{C4327218-6B19-B142-AF22-5F9DAF7A6BF2}" dt="2022-08-14T08:55:02.760" v="442" actId="164"/>
          <ac:spMkLst>
            <pc:docMk/>
            <pc:sldMk cId="0" sldId="334"/>
            <ac:spMk id="22" creationId="{AA5275D5-53A6-2D79-2A7B-504528192E12}"/>
          </ac:spMkLst>
        </pc:spChg>
        <pc:spChg chg="mod topLvl">
          <ac:chgData name="Shang-Wei Lin" userId="d614b8a91a354671" providerId="LiveId" clId="{C4327218-6B19-B142-AF22-5F9DAF7A6BF2}" dt="2022-08-14T09:14:25.778" v="602" actId="164"/>
          <ac:spMkLst>
            <pc:docMk/>
            <pc:sldMk cId="0" sldId="334"/>
            <ac:spMk id="26" creationId="{17C2F42E-6C91-6C3D-86F4-01C7120D7821}"/>
          </ac:spMkLst>
        </pc:spChg>
        <pc:spChg chg="mod topLvl">
          <ac:chgData name="Shang-Wei Lin" userId="d614b8a91a354671" providerId="LiveId" clId="{C4327218-6B19-B142-AF22-5F9DAF7A6BF2}" dt="2022-08-14T08:55:55.926" v="449" actId="164"/>
          <ac:spMkLst>
            <pc:docMk/>
            <pc:sldMk cId="0" sldId="334"/>
            <ac:spMk id="27" creationId="{8415A095-42D2-427B-EDAB-8CFE33AB0391}"/>
          </ac:spMkLst>
        </pc:spChg>
        <pc:spChg chg="mod topLvl">
          <ac:chgData name="Shang-Wei Lin" userId="d614b8a91a354671" providerId="LiveId" clId="{C4327218-6B19-B142-AF22-5F9DAF7A6BF2}" dt="2022-08-14T08:55:55.926" v="449" actId="164"/>
          <ac:spMkLst>
            <pc:docMk/>
            <pc:sldMk cId="0" sldId="334"/>
            <ac:spMk id="28" creationId="{3408EC47-8878-F878-1606-7F4611A247D1}"/>
          </ac:spMkLst>
        </pc:spChg>
        <pc:spChg chg="mod topLvl">
          <ac:chgData name="Shang-Wei Lin" userId="d614b8a91a354671" providerId="LiveId" clId="{C4327218-6B19-B142-AF22-5F9DAF7A6BF2}" dt="2022-08-14T09:14:34.182" v="603" actId="164"/>
          <ac:spMkLst>
            <pc:docMk/>
            <pc:sldMk cId="0" sldId="334"/>
            <ac:spMk id="31" creationId="{2AA51CC7-2249-DDE1-1589-66F837E9B03B}"/>
          </ac:spMkLst>
        </pc:spChg>
        <pc:spChg chg="mod topLvl">
          <ac:chgData name="Shang-Wei Lin" userId="d614b8a91a354671" providerId="LiveId" clId="{C4327218-6B19-B142-AF22-5F9DAF7A6BF2}" dt="2022-08-14T08:56:16.694" v="453" actId="164"/>
          <ac:spMkLst>
            <pc:docMk/>
            <pc:sldMk cId="0" sldId="334"/>
            <ac:spMk id="32" creationId="{7D65CF9F-B001-BF0A-74F9-4A15D048E0A3}"/>
          </ac:spMkLst>
        </pc:spChg>
        <pc:spChg chg="mod topLvl">
          <ac:chgData name="Shang-Wei Lin" userId="d614b8a91a354671" providerId="LiveId" clId="{C4327218-6B19-B142-AF22-5F9DAF7A6BF2}" dt="2022-08-14T08:56:16.694" v="453" actId="164"/>
          <ac:spMkLst>
            <pc:docMk/>
            <pc:sldMk cId="0" sldId="334"/>
            <ac:spMk id="33" creationId="{E1A9A125-A825-C00D-4A64-BADA3C77F711}"/>
          </ac:spMkLst>
        </pc:spChg>
        <pc:spChg chg="mod">
          <ac:chgData name="Shang-Wei Lin" userId="d614b8a91a354671" providerId="LiveId" clId="{C4327218-6B19-B142-AF22-5F9DAF7A6BF2}" dt="2022-08-14T09:05:16.556" v="521" actId="207"/>
          <ac:spMkLst>
            <pc:docMk/>
            <pc:sldMk cId="0" sldId="334"/>
            <ac:spMk id="36" creationId="{AD4C19AF-7E2B-FA8E-EF0D-A9B01BBBB2CE}"/>
          </ac:spMkLst>
        </pc:spChg>
        <pc:spChg chg="mod">
          <ac:chgData name="Shang-Wei Lin" userId="d614b8a91a354671" providerId="LiveId" clId="{C4327218-6B19-B142-AF22-5F9DAF7A6BF2}" dt="2022-08-14T09:05:16.556" v="521" actId="207"/>
          <ac:spMkLst>
            <pc:docMk/>
            <pc:sldMk cId="0" sldId="334"/>
            <ac:spMk id="37" creationId="{956636EA-1584-C20B-839A-29D6DF05656C}"/>
          </ac:spMkLst>
        </pc:spChg>
        <pc:spChg chg="add mod">
          <ac:chgData name="Shang-Wei Lin" userId="d614b8a91a354671" providerId="LiveId" clId="{C4327218-6B19-B142-AF22-5F9DAF7A6BF2}" dt="2022-08-14T09:19:10.024" v="629" actId="164"/>
          <ac:spMkLst>
            <pc:docMk/>
            <pc:sldMk cId="0" sldId="334"/>
            <ac:spMk id="38" creationId="{44BCACAE-AB1B-6458-C1B6-6624FF87BCF6}"/>
          </ac:spMkLst>
        </pc:spChg>
        <pc:spChg chg="mod">
          <ac:chgData name="Shang-Wei Lin" userId="d614b8a91a354671" providerId="LiveId" clId="{C4327218-6B19-B142-AF22-5F9DAF7A6BF2}" dt="2022-08-14T09:05:22.721" v="523" actId="207"/>
          <ac:spMkLst>
            <pc:docMk/>
            <pc:sldMk cId="0" sldId="334"/>
            <ac:spMk id="40" creationId="{C2F4A653-A2A8-8CC5-90F3-FCDE4F8A8A6D}"/>
          </ac:spMkLst>
        </pc:spChg>
        <pc:spChg chg="mod">
          <ac:chgData name="Shang-Wei Lin" userId="d614b8a91a354671" providerId="LiveId" clId="{C4327218-6B19-B142-AF22-5F9DAF7A6BF2}" dt="2022-08-14T09:05:22.721" v="523" actId="207"/>
          <ac:spMkLst>
            <pc:docMk/>
            <pc:sldMk cId="0" sldId="334"/>
            <ac:spMk id="41" creationId="{AEDD9565-D2CD-AC6E-8B3C-5ADB0BF02084}"/>
          </ac:spMkLst>
        </pc:spChg>
        <pc:spChg chg="add mod">
          <ac:chgData name="Shang-Wei Lin" userId="d614b8a91a354671" providerId="LiveId" clId="{C4327218-6B19-B142-AF22-5F9DAF7A6BF2}" dt="2022-08-14T09:21:17.978" v="635" actId="164"/>
          <ac:spMkLst>
            <pc:docMk/>
            <pc:sldMk cId="0" sldId="334"/>
            <ac:spMk id="42" creationId="{7972D679-EB2E-9B42-5FB7-1030B4B94957}"/>
          </ac:spMkLst>
        </pc:spChg>
        <pc:spChg chg="mod">
          <ac:chgData name="Shang-Wei Lin" userId="d614b8a91a354671" providerId="LiveId" clId="{C4327218-6B19-B142-AF22-5F9DAF7A6BF2}" dt="2022-08-14T09:05:27.344" v="525" actId="207"/>
          <ac:spMkLst>
            <pc:docMk/>
            <pc:sldMk cId="0" sldId="334"/>
            <ac:spMk id="44" creationId="{E36D27AD-274D-214F-8D24-2B7C58F1EB6E}"/>
          </ac:spMkLst>
        </pc:spChg>
        <pc:spChg chg="mod">
          <ac:chgData name="Shang-Wei Lin" userId="d614b8a91a354671" providerId="LiveId" clId="{C4327218-6B19-B142-AF22-5F9DAF7A6BF2}" dt="2022-08-14T09:05:27.344" v="525" actId="207"/>
          <ac:spMkLst>
            <pc:docMk/>
            <pc:sldMk cId="0" sldId="334"/>
            <ac:spMk id="45" creationId="{B974122B-599D-4174-F2EE-48559370EC9B}"/>
          </ac:spMkLst>
        </pc:spChg>
        <pc:spChg chg="mod">
          <ac:chgData name="Shang-Wei Lin" userId="d614b8a91a354671" providerId="LiveId" clId="{C4327218-6B19-B142-AF22-5F9DAF7A6BF2}" dt="2022-08-14T09:05:27.344" v="525" actId="207"/>
          <ac:spMkLst>
            <pc:docMk/>
            <pc:sldMk cId="0" sldId="334"/>
            <ac:spMk id="46" creationId="{A261C8FA-5C6B-7104-2563-C087B050DAEB}"/>
          </ac:spMkLst>
        </pc:spChg>
        <pc:spChg chg="mod">
          <ac:chgData name="Shang-Wei Lin" userId="d614b8a91a354671" providerId="LiveId" clId="{C4327218-6B19-B142-AF22-5F9DAF7A6BF2}" dt="2022-08-14T09:05:30.531" v="526" actId="207"/>
          <ac:spMkLst>
            <pc:docMk/>
            <pc:sldMk cId="0" sldId="334"/>
            <ac:spMk id="48" creationId="{74488688-30D4-29C8-644F-97194CF3D8A9}"/>
          </ac:spMkLst>
        </pc:spChg>
        <pc:spChg chg="mod">
          <ac:chgData name="Shang-Wei Lin" userId="d614b8a91a354671" providerId="LiveId" clId="{C4327218-6B19-B142-AF22-5F9DAF7A6BF2}" dt="2022-08-14T09:05:30.531" v="526" actId="207"/>
          <ac:spMkLst>
            <pc:docMk/>
            <pc:sldMk cId="0" sldId="334"/>
            <ac:spMk id="49" creationId="{2432B597-5DCB-7DC6-544D-5A8F36CB4689}"/>
          </ac:spMkLst>
        </pc:spChg>
        <pc:spChg chg="mod">
          <ac:chgData name="Shang-Wei Lin" userId="d614b8a91a354671" providerId="LiveId" clId="{C4327218-6B19-B142-AF22-5F9DAF7A6BF2}" dt="2022-08-14T09:05:30.531" v="526" actId="207"/>
          <ac:spMkLst>
            <pc:docMk/>
            <pc:sldMk cId="0" sldId="334"/>
            <ac:spMk id="50" creationId="{5555E351-7F57-7389-D040-887A81218C4D}"/>
          </ac:spMkLst>
        </pc:spChg>
        <pc:spChg chg="mod">
          <ac:chgData name="Shang-Wei Lin" userId="d614b8a91a354671" providerId="LiveId" clId="{C4327218-6B19-B142-AF22-5F9DAF7A6BF2}" dt="2022-08-14T09:05:32.576" v="527" actId="207"/>
          <ac:spMkLst>
            <pc:docMk/>
            <pc:sldMk cId="0" sldId="334"/>
            <ac:spMk id="52" creationId="{A8B4E2AA-2486-116D-CFBA-B15DD2286C3E}"/>
          </ac:spMkLst>
        </pc:spChg>
        <pc:spChg chg="mod">
          <ac:chgData name="Shang-Wei Lin" userId="d614b8a91a354671" providerId="LiveId" clId="{C4327218-6B19-B142-AF22-5F9DAF7A6BF2}" dt="2022-08-14T09:05:32.576" v="527" actId="207"/>
          <ac:spMkLst>
            <pc:docMk/>
            <pc:sldMk cId="0" sldId="334"/>
            <ac:spMk id="53" creationId="{4EC9105A-0FB7-8821-2EE9-929B9FA2CF40}"/>
          </ac:spMkLst>
        </pc:spChg>
        <pc:spChg chg="mod">
          <ac:chgData name="Shang-Wei Lin" userId="d614b8a91a354671" providerId="LiveId" clId="{C4327218-6B19-B142-AF22-5F9DAF7A6BF2}" dt="2022-08-14T09:05:32.576" v="527" actId="207"/>
          <ac:spMkLst>
            <pc:docMk/>
            <pc:sldMk cId="0" sldId="334"/>
            <ac:spMk id="54" creationId="{293319F8-2F37-B61D-E1AC-FC3881DA96D8}"/>
          </ac:spMkLst>
        </pc:spChg>
        <pc:spChg chg="mod">
          <ac:chgData name="Shang-Wei Lin" userId="d614b8a91a354671" providerId="LiveId" clId="{C4327218-6B19-B142-AF22-5F9DAF7A6BF2}" dt="2022-08-14T09:05:32.576" v="527" actId="207"/>
          <ac:spMkLst>
            <pc:docMk/>
            <pc:sldMk cId="0" sldId="334"/>
            <ac:spMk id="55" creationId="{D190BDE2-3066-890D-0917-226914AABFD9}"/>
          </ac:spMkLst>
        </pc:spChg>
        <pc:spChg chg="mod">
          <ac:chgData name="Shang-Wei Lin" userId="d614b8a91a354671" providerId="LiveId" clId="{C4327218-6B19-B142-AF22-5F9DAF7A6BF2}" dt="2022-08-14T09:05:32.576" v="527" actId="207"/>
          <ac:spMkLst>
            <pc:docMk/>
            <pc:sldMk cId="0" sldId="334"/>
            <ac:spMk id="56" creationId="{47F33114-4A54-6AA5-FA13-9E6DE0BC508D}"/>
          </ac:spMkLst>
        </pc:spChg>
        <pc:spChg chg="mod">
          <ac:chgData name="Shang-Wei Lin" userId="d614b8a91a354671" providerId="LiveId" clId="{C4327218-6B19-B142-AF22-5F9DAF7A6BF2}" dt="2022-08-14T09:05:32.576" v="527" actId="207"/>
          <ac:spMkLst>
            <pc:docMk/>
            <pc:sldMk cId="0" sldId="334"/>
            <ac:spMk id="57" creationId="{D5640CC8-DD80-F635-3C5E-960E951C783E}"/>
          </ac:spMkLst>
        </pc:spChg>
        <pc:spChg chg="del">
          <ac:chgData name="Shang-Wei Lin" userId="d614b8a91a354671" providerId="LiveId" clId="{C4327218-6B19-B142-AF22-5F9DAF7A6BF2}" dt="2022-08-14T08:48:21.430" v="361" actId="478"/>
          <ac:spMkLst>
            <pc:docMk/>
            <pc:sldMk cId="0" sldId="334"/>
            <ac:spMk id="29699" creationId="{00000000-0000-0000-0000-000000000000}"/>
          </ac:spMkLst>
        </pc:spChg>
        <pc:spChg chg="add mod">
          <ac:chgData name="Shang-Wei Lin" userId="d614b8a91a354671" providerId="LiveId" clId="{C4327218-6B19-B142-AF22-5F9DAF7A6BF2}" dt="2022-08-14T09:13:31.887" v="597" actId="164"/>
          <ac:spMkLst>
            <pc:docMk/>
            <pc:sldMk cId="0" sldId="334"/>
            <ac:spMk id="29703" creationId="{14BBB3D9-F4A8-F41B-9C2C-B0AD2C131083}"/>
          </ac:spMkLst>
        </pc:spChg>
        <pc:spChg chg="add mod">
          <ac:chgData name="Shang-Wei Lin" userId="d614b8a91a354671" providerId="LiveId" clId="{C4327218-6B19-B142-AF22-5F9DAF7A6BF2}" dt="2022-08-14T09:14:02.600" v="600" actId="164"/>
          <ac:spMkLst>
            <pc:docMk/>
            <pc:sldMk cId="0" sldId="334"/>
            <ac:spMk id="29706" creationId="{652A019B-321E-5DA4-EB70-402D818320D4}"/>
          </ac:spMkLst>
        </pc:spChg>
        <pc:spChg chg="add mod">
          <ac:chgData name="Shang-Wei Lin" userId="d614b8a91a354671" providerId="LiveId" clId="{C4327218-6B19-B142-AF22-5F9DAF7A6BF2}" dt="2022-08-14T09:14:08.450" v="601" actId="164"/>
          <ac:spMkLst>
            <pc:docMk/>
            <pc:sldMk cId="0" sldId="334"/>
            <ac:spMk id="29712" creationId="{CC0B66EE-5773-86E9-0033-AFE5D40DC307}"/>
          </ac:spMkLst>
        </pc:spChg>
        <pc:spChg chg="add mod">
          <ac:chgData name="Shang-Wei Lin" userId="d614b8a91a354671" providerId="LiveId" clId="{C4327218-6B19-B142-AF22-5F9DAF7A6BF2}" dt="2022-08-14T09:16:05.130" v="605" actId="164"/>
          <ac:spMkLst>
            <pc:docMk/>
            <pc:sldMk cId="0" sldId="334"/>
            <ac:spMk id="29717" creationId="{EA5A93E3-1646-B340-6E40-63A5423ADA52}"/>
          </ac:spMkLst>
        </pc:spChg>
        <pc:spChg chg="add mod">
          <ac:chgData name="Shang-Wei Lin" userId="d614b8a91a354671" providerId="LiveId" clId="{C4327218-6B19-B142-AF22-5F9DAF7A6BF2}" dt="2022-08-14T09:16:18.073" v="606" actId="164"/>
          <ac:spMkLst>
            <pc:docMk/>
            <pc:sldMk cId="0" sldId="334"/>
            <ac:spMk id="29720" creationId="{0E600385-B864-340A-D419-BE7396045B0E}"/>
          </ac:spMkLst>
        </pc:spChg>
        <pc:spChg chg="add mod">
          <ac:chgData name="Shang-Wei Lin" userId="d614b8a91a354671" providerId="LiveId" clId="{C4327218-6B19-B142-AF22-5F9DAF7A6BF2}" dt="2022-08-14T09:16:57.082" v="607" actId="164"/>
          <ac:spMkLst>
            <pc:docMk/>
            <pc:sldMk cId="0" sldId="334"/>
            <ac:spMk id="29723" creationId="{7A41ED8E-A2C4-78BB-F74C-4F3CAB84BD6E}"/>
          </ac:spMkLst>
        </pc:spChg>
        <pc:spChg chg="mod topLvl">
          <ac:chgData name="Shang-Wei Lin" userId="d614b8a91a354671" providerId="LiveId" clId="{C4327218-6B19-B142-AF22-5F9DAF7A6BF2}" dt="2022-08-14T09:18:29.768" v="623" actId="164"/>
          <ac:spMkLst>
            <pc:docMk/>
            <pc:sldMk cId="0" sldId="334"/>
            <ac:spMk id="29738" creationId="{52D149DB-5660-72C0-2FE5-C647F6FB9FE8}"/>
          </ac:spMkLst>
        </pc:spChg>
        <pc:spChg chg="mod topLvl">
          <ac:chgData name="Shang-Wei Lin" userId="d614b8a91a354671" providerId="LiveId" clId="{C4327218-6B19-B142-AF22-5F9DAF7A6BF2}" dt="2022-08-14T09:18:49.367" v="628" actId="164"/>
          <ac:spMkLst>
            <pc:docMk/>
            <pc:sldMk cId="0" sldId="334"/>
            <ac:spMk id="29748" creationId="{E8EB508C-DBD9-3959-CA55-1EE2B74DFD2A}"/>
          </ac:spMkLst>
        </pc:spChg>
        <pc:grpChg chg="add mod">
          <ac:chgData name="Shang-Wei Lin" userId="d614b8a91a354671" providerId="LiveId" clId="{C4327218-6B19-B142-AF22-5F9DAF7A6BF2}" dt="2022-08-14T09:00:48.262" v="486" actId="1076"/>
          <ac:grpSpMkLst>
            <pc:docMk/>
            <pc:sldMk cId="0" sldId="334"/>
            <ac:grpSpMk id="15" creationId="{BE8B6CD5-A885-F811-BE48-2BA5A24D7F15}"/>
          </ac:grpSpMkLst>
        </pc:grpChg>
        <pc:grpChg chg="add del mod">
          <ac:chgData name="Shang-Wei Lin" userId="d614b8a91a354671" providerId="LiveId" clId="{C4327218-6B19-B142-AF22-5F9DAF7A6BF2}" dt="2022-08-14T08:54:48.910" v="439" actId="165"/>
          <ac:grpSpMkLst>
            <pc:docMk/>
            <pc:sldMk cId="0" sldId="334"/>
            <ac:grpSpMk id="16" creationId="{E8A99550-6DE7-F8E1-09C6-0554B3433A5F}"/>
          </ac:grpSpMkLst>
        </pc:grpChg>
        <pc:grpChg chg="add mod">
          <ac:chgData name="Shang-Wei Lin" userId="d614b8a91a354671" providerId="LiveId" clId="{C4327218-6B19-B142-AF22-5F9DAF7A6BF2}" dt="2022-08-14T09:13:46.234" v="598" actId="164"/>
          <ac:grpSpMkLst>
            <pc:docMk/>
            <pc:sldMk cId="0" sldId="334"/>
            <ac:grpSpMk id="23" creationId="{63EBD386-A3C6-47AD-C489-7974335B7D5C}"/>
          </ac:grpSpMkLst>
        </pc:grpChg>
        <pc:grpChg chg="add mod">
          <ac:chgData name="Shang-Wei Lin" userId="d614b8a91a354671" providerId="LiveId" clId="{C4327218-6B19-B142-AF22-5F9DAF7A6BF2}" dt="2022-08-14T09:13:46.234" v="598" actId="164"/>
          <ac:grpSpMkLst>
            <pc:docMk/>
            <pc:sldMk cId="0" sldId="334"/>
            <ac:grpSpMk id="24" creationId="{329FB58E-67CC-CE9E-3BDA-2DF9AB561D69}"/>
          </ac:grpSpMkLst>
        </pc:grpChg>
        <pc:grpChg chg="add del mod">
          <ac:chgData name="Shang-Wei Lin" userId="d614b8a91a354671" providerId="LiveId" clId="{C4327218-6B19-B142-AF22-5F9DAF7A6BF2}" dt="2022-08-14T08:55:31.721" v="446" actId="165"/>
          <ac:grpSpMkLst>
            <pc:docMk/>
            <pc:sldMk cId="0" sldId="334"/>
            <ac:grpSpMk id="25" creationId="{09F17C8E-7FE7-33A6-A002-58F256BCF047}"/>
          </ac:grpSpMkLst>
        </pc:grpChg>
        <pc:grpChg chg="add mod">
          <ac:chgData name="Shang-Wei Lin" userId="d614b8a91a354671" providerId="LiveId" clId="{C4327218-6B19-B142-AF22-5F9DAF7A6BF2}" dt="2022-08-14T09:14:25.778" v="602" actId="164"/>
          <ac:grpSpMkLst>
            <pc:docMk/>
            <pc:sldMk cId="0" sldId="334"/>
            <ac:grpSpMk id="29" creationId="{BD5AF455-5254-6A8A-75AE-C5E9F3624BBB}"/>
          </ac:grpSpMkLst>
        </pc:grpChg>
        <pc:grpChg chg="add del mod">
          <ac:chgData name="Shang-Wei Lin" userId="d614b8a91a354671" providerId="LiveId" clId="{C4327218-6B19-B142-AF22-5F9DAF7A6BF2}" dt="2022-08-14T08:56:08.499" v="452" actId="165"/>
          <ac:grpSpMkLst>
            <pc:docMk/>
            <pc:sldMk cId="0" sldId="334"/>
            <ac:grpSpMk id="30" creationId="{65D3ADF6-143C-558D-0A90-7C6A45F834FF}"/>
          </ac:grpSpMkLst>
        </pc:grpChg>
        <pc:grpChg chg="add mod">
          <ac:chgData name="Shang-Wei Lin" userId="d614b8a91a354671" providerId="LiveId" clId="{C4327218-6B19-B142-AF22-5F9DAF7A6BF2}" dt="2022-08-14T09:14:34.182" v="603" actId="164"/>
          <ac:grpSpMkLst>
            <pc:docMk/>
            <pc:sldMk cId="0" sldId="334"/>
            <ac:grpSpMk id="34" creationId="{E4E93D97-1DAC-C5A3-7E2A-9839BCFC1C5B}"/>
          </ac:grpSpMkLst>
        </pc:grpChg>
        <pc:grpChg chg="add mod">
          <ac:chgData name="Shang-Wei Lin" userId="d614b8a91a354671" providerId="LiveId" clId="{C4327218-6B19-B142-AF22-5F9DAF7A6BF2}" dt="2022-08-14T09:19:10.024" v="629" actId="164"/>
          <ac:grpSpMkLst>
            <pc:docMk/>
            <pc:sldMk cId="0" sldId="334"/>
            <ac:grpSpMk id="35" creationId="{09B5B5A3-9366-B813-0CA3-5591E1B35DB0}"/>
          </ac:grpSpMkLst>
        </pc:grpChg>
        <pc:grpChg chg="add mod">
          <ac:chgData name="Shang-Wei Lin" userId="d614b8a91a354671" providerId="LiveId" clId="{C4327218-6B19-B142-AF22-5F9DAF7A6BF2}" dt="2022-08-14T09:21:17.978" v="635" actId="164"/>
          <ac:grpSpMkLst>
            <pc:docMk/>
            <pc:sldMk cId="0" sldId="334"/>
            <ac:grpSpMk id="39" creationId="{B729483F-4247-E3CB-C38F-6554150F7210}"/>
          </ac:grpSpMkLst>
        </pc:grpChg>
        <pc:grpChg chg="add mod">
          <ac:chgData name="Shang-Wei Lin" userId="d614b8a91a354671" providerId="LiveId" clId="{C4327218-6B19-B142-AF22-5F9DAF7A6BF2}" dt="2022-08-14T09:20:21.475" v="631" actId="164"/>
          <ac:grpSpMkLst>
            <pc:docMk/>
            <pc:sldMk cId="0" sldId="334"/>
            <ac:grpSpMk id="43" creationId="{92EB3443-632D-FB12-52A2-0DD0AEA95375}"/>
          </ac:grpSpMkLst>
        </pc:grpChg>
        <pc:grpChg chg="add mod">
          <ac:chgData name="Shang-Wei Lin" userId="d614b8a91a354671" providerId="LiveId" clId="{C4327218-6B19-B142-AF22-5F9DAF7A6BF2}" dt="2022-08-14T09:21:33.365" v="638" actId="164"/>
          <ac:grpSpMkLst>
            <pc:docMk/>
            <pc:sldMk cId="0" sldId="334"/>
            <ac:grpSpMk id="47" creationId="{4B3C239B-55D6-AA35-F75C-2FAA518B164A}"/>
          </ac:grpSpMkLst>
        </pc:grpChg>
        <pc:grpChg chg="add mod">
          <ac:chgData name="Shang-Wei Lin" userId="d614b8a91a354671" providerId="LiveId" clId="{C4327218-6B19-B142-AF22-5F9DAF7A6BF2}" dt="2022-08-14T09:05:32.576" v="527" actId="207"/>
          <ac:grpSpMkLst>
            <pc:docMk/>
            <pc:sldMk cId="0" sldId="334"/>
            <ac:grpSpMk id="51" creationId="{524C4CC7-3111-260C-21D5-C1DC8EC13577}"/>
          </ac:grpSpMkLst>
        </pc:grpChg>
        <pc:grpChg chg="add mod">
          <ac:chgData name="Shang-Wei Lin" userId="d614b8a91a354671" providerId="LiveId" clId="{C4327218-6B19-B142-AF22-5F9DAF7A6BF2}" dt="2022-08-14T09:13:46.234" v="598" actId="164"/>
          <ac:grpSpMkLst>
            <pc:docMk/>
            <pc:sldMk cId="0" sldId="334"/>
            <ac:grpSpMk id="29726" creationId="{5666AB1A-448F-B954-F0C8-F4826D82790B}"/>
          </ac:grpSpMkLst>
        </pc:grpChg>
        <pc:grpChg chg="add mod">
          <ac:chgData name="Shang-Wei Lin" userId="d614b8a91a354671" providerId="LiveId" clId="{C4327218-6B19-B142-AF22-5F9DAF7A6BF2}" dt="2022-08-14T09:13:46.234" v="598" actId="164"/>
          <ac:grpSpMkLst>
            <pc:docMk/>
            <pc:sldMk cId="0" sldId="334"/>
            <ac:grpSpMk id="29727" creationId="{7D84E26D-787D-37C9-25A7-030EE51D04FB}"/>
          </ac:grpSpMkLst>
        </pc:grpChg>
        <pc:grpChg chg="add mod">
          <ac:chgData name="Shang-Wei Lin" userId="d614b8a91a354671" providerId="LiveId" clId="{C4327218-6B19-B142-AF22-5F9DAF7A6BF2}" dt="2022-08-14T09:14:25.778" v="602" actId="164"/>
          <ac:grpSpMkLst>
            <pc:docMk/>
            <pc:sldMk cId="0" sldId="334"/>
            <ac:grpSpMk id="29728" creationId="{CD60754E-261B-F071-73D5-BD8F07495C90}"/>
          </ac:grpSpMkLst>
        </pc:grpChg>
        <pc:grpChg chg="add mod">
          <ac:chgData name="Shang-Wei Lin" userId="d614b8a91a354671" providerId="LiveId" clId="{C4327218-6B19-B142-AF22-5F9DAF7A6BF2}" dt="2022-08-14T09:14:34.182" v="603" actId="164"/>
          <ac:grpSpMkLst>
            <pc:docMk/>
            <pc:sldMk cId="0" sldId="334"/>
            <ac:grpSpMk id="29729" creationId="{CB320E59-7B04-70D0-867B-42D940F35CC3}"/>
          </ac:grpSpMkLst>
        </pc:grpChg>
        <pc:grpChg chg="add mod">
          <ac:chgData name="Shang-Wei Lin" userId="d614b8a91a354671" providerId="LiveId" clId="{C4327218-6B19-B142-AF22-5F9DAF7A6BF2}" dt="2022-08-14T09:14:25.778" v="602" actId="164"/>
          <ac:grpSpMkLst>
            <pc:docMk/>
            <pc:sldMk cId="0" sldId="334"/>
            <ac:grpSpMk id="29730" creationId="{D044035D-E066-A6D1-1AB1-900C9CE37A88}"/>
          </ac:grpSpMkLst>
        </pc:grpChg>
        <pc:grpChg chg="add mod">
          <ac:chgData name="Shang-Wei Lin" userId="d614b8a91a354671" providerId="LiveId" clId="{C4327218-6B19-B142-AF22-5F9DAF7A6BF2}" dt="2022-08-14T09:14:34.182" v="603" actId="164"/>
          <ac:grpSpMkLst>
            <pc:docMk/>
            <pc:sldMk cId="0" sldId="334"/>
            <ac:grpSpMk id="29731" creationId="{51773149-79E7-5A30-D169-3BE70284CB9A}"/>
          </ac:grpSpMkLst>
        </pc:grpChg>
        <pc:grpChg chg="add mod">
          <ac:chgData name="Shang-Wei Lin" userId="d614b8a91a354671" providerId="LiveId" clId="{C4327218-6B19-B142-AF22-5F9DAF7A6BF2}" dt="2022-08-14T09:20:21.475" v="631" actId="164"/>
          <ac:grpSpMkLst>
            <pc:docMk/>
            <pc:sldMk cId="0" sldId="334"/>
            <ac:grpSpMk id="29732" creationId="{149103EB-D928-765B-7A4B-D0CBFC364014}"/>
          </ac:grpSpMkLst>
        </pc:grpChg>
        <pc:grpChg chg="add mod">
          <ac:chgData name="Shang-Wei Lin" userId="d614b8a91a354671" providerId="LiveId" clId="{C4327218-6B19-B142-AF22-5F9DAF7A6BF2}" dt="2022-08-14T09:21:33.365" v="638" actId="164"/>
          <ac:grpSpMkLst>
            <pc:docMk/>
            <pc:sldMk cId="0" sldId="334"/>
            <ac:grpSpMk id="29733" creationId="{344D4BDC-01F4-0386-217D-9AFE04E57000}"/>
          </ac:grpSpMkLst>
        </pc:grpChg>
        <pc:grpChg chg="add mod">
          <ac:chgData name="Shang-Wei Lin" userId="d614b8a91a354671" providerId="LiveId" clId="{C4327218-6B19-B142-AF22-5F9DAF7A6BF2}" dt="2022-08-14T09:16:57.082" v="607" actId="164"/>
          <ac:grpSpMkLst>
            <pc:docMk/>
            <pc:sldMk cId="0" sldId="334"/>
            <ac:grpSpMk id="29734" creationId="{0ED17114-77FB-D095-8C7F-F797C5E107BA}"/>
          </ac:grpSpMkLst>
        </pc:grpChg>
        <pc:grpChg chg="add del mod">
          <ac:chgData name="Shang-Wei Lin" userId="d614b8a91a354671" providerId="LiveId" clId="{C4327218-6B19-B142-AF22-5F9DAF7A6BF2}" dt="2022-08-14T09:17:44.722" v="610" actId="165"/>
          <ac:grpSpMkLst>
            <pc:docMk/>
            <pc:sldMk cId="0" sldId="334"/>
            <ac:grpSpMk id="29735" creationId="{673A8F7E-0F6E-3650-4F77-0D1B3B049786}"/>
          </ac:grpSpMkLst>
        </pc:grpChg>
        <pc:grpChg chg="add mod">
          <ac:chgData name="Shang-Wei Lin" userId="d614b8a91a354671" providerId="LiveId" clId="{C4327218-6B19-B142-AF22-5F9DAF7A6BF2}" dt="2022-08-14T09:19:10.024" v="629" actId="164"/>
          <ac:grpSpMkLst>
            <pc:docMk/>
            <pc:sldMk cId="0" sldId="334"/>
            <ac:grpSpMk id="29744" creationId="{58AFA074-4156-F5F4-9256-9991EC3F559B}"/>
          </ac:grpSpMkLst>
        </pc:grpChg>
        <pc:grpChg chg="add del mod">
          <ac:chgData name="Shang-Wei Lin" userId="d614b8a91a354671" providerId="LiveId" clId="{C4327218-6B19-B142-AF22-5F9DAF7A6BF2}" dt="2022-08-14T09:18:38.204" v="626" actId="165"/>
          <ac:grpSpMkLst>
            <pc:docMk/>
            <pc:sldMk cId="0" sldId="334"/>
            <ac:grpSpMk id="29745" creationId="{873DC898-92F9-30B3-B434-93F637B3B1D2}"/>
          </ac:grpSpMkLst>
        </pc:grpChg>
        <pc:grpChg chg="add mod">
          <ac:chgData name="Shang-Wei Lin" userId="d614b8a91a354671" providerId="LiveId" clId="{C4327218-6B19-B142-AF22-5F9DAF7A6BF2}" dt="2022-08-14T09:21:24.557" v="636" actId="164"/>
          <ac:grpSpMkLst>
            <pc:docMk/>
            <pc:sldMk cId="0" sldId="334"/>
            <ac:grpSpMk id="29750" creationId="{2F1176CE-660A-15FE-C7C2-5E2448D8A172}"/>
          </ac:grpSpMkLst>
        </pc:grpChg>
        <pc:grpChg chg="add mod">
          <ac:chgData name="Shang-Wei Lin" userId="d614b8a91a354671" providerId="LiveId" clId="{C4327218-6B19-B142-AF22-5F9DAF7A6BF2}" dt="2022-08-14T09:19:10.024" v="629" actId="164"/>
          <ac:grpSpMkLst>
            <pc:docMk/>
            <pc:sldMk cId="0" sldId="334"/>
            <ac:grpSpMk id="29751" creationId="{5FC641D3-8FD5-41A4-99BC-239B4964631C}"/>
          </ac:grpSpMkLst>
        </pc:grpChg>
        <pc:grpChg chg="add mod">
          <ac:chgData name="Shang-Wei Lin" userId="d614b8a91a354671" providerId="LiveId" clId="{C4327218-6B19-B142-AF22-5F9DAF7A6BF2}" dt="2022-08-14T09:20:21.475" v="631" actId="164"/>
          <ac:grpSpMkLst>
            <pc:docMk/>
            <pc:sldMk cId="0" sldId="334"/>
            <ac:grpSpMk id="29752" creationId="{8D962527-AD53-A266-E302-EC72565C5773}"/>
          </ac:grpSpMkLst>
        </pc:grpChg>
        <pc:grpChg chg="add mod">
          <ac:chgData name="Shang-Wei Lin" userId="d614b8a91a354671" providerId="LiveId" clId="{C4327218-6B19-B142-AF22-5F9DAF7A6BF2}" dt="2022-08-14T09:21:24.557" v="636" actId="164"/>
          <ac:grpSpMkLst>
            <pc:docMk/>
            <pc:sldMk cId="0" sldId="334"/>
            <ac:grpSpMk id="29753" creationId="{63B53F92-2810-571D-5A6B-7E303575D369}"/>
          </ac:grpSpMkLst>
        </pc:grpChg>
        <pc:grpChg chg="add mod">
          <ac:chgData name="Shang-Wei Lin" userId="d614b8a91a354671" providerId="LiveId" clId="{C4327218-6B19-B142-AF22-5F9DAF7A6BF2}" dt="2022-08-14T09:21:24.557" v="636" actId="164"/>
          <ac:grpSpMkLst>
            <pc:docMk/>
            <pc:sldMk cId="0" sldId="334"/>
            <ac:grpSpMk id="29754" creationId="{A7D69AF9-9E49-E2DF-5702-1155CAA2B239}"/>
          </ac:grpSpMkLst>
        </pc:grpChg>
        <pc:grpChg chg="add mod">
          <ac:chgData name="Shang-Wei Lin" userId="d614b8a91a354671" providerId="LiveId" clId="{C4327218-6B19-B142-AF22-5F9DAF7A6BF2}" dt="2022-08-14T09:21:33.365" v="638" actId="164"/>
          <ac:grpSpMkLst>
            <pc:docMk/>
            <pc:sldMk cId="0" sldId="334"/>
            <ac:grpSpMk id="29755" creationId="{53D744DA-693D-9701-C01F-A40179706201}"/>
          </ac:grpSpMkLst>
        </pc:grpChg>
        <pc:cxnChg chg="add mod">
          <ac:chgData name="Shang-Wei Lin" userId="d614b8a91a354671" providerId="LiveId" clId="{C4327218-6B19-B142-AF22-5F9DAF7A6BF2}" dt="2022-08-14T09:13:31.887" v="597" actId="164"/>
          <ac:cxnSpMkLst>
            <pc:docMk/>
            <pc:sldMk cId="0" sldId="334"/>
            <ac:cxnSpMk id="59" creationId="{5C02642B-BF79-2A66-BAAA-5EA789B10783}"/>
          </ac:cxnSpMkLst>
        </pc:cxnChg>
        <pc:cxnChg chg="add mod">
          <ac:chgData name="Shang-Wei Lin" userId="d614b8a91a354671" providerId="LiveId" clId="{C4327218-6B19-B142-AF22-5F9DAF7A6BF2}" dt="2022-08-14T09:13:31.887" v="597" actId="164"/>
          <ac:cxnSpMkLst>
            <pc:docMk/>
            <pc:sldMk cId="0" sldId="334"/>
            <ac:cxnSpMk id="29700" creationId="{BCBCD8DF-D728-C9E9-B758-516F95A068E5}"/>
          </ac:cxnSpMkLst>
        </pc:cxnChg>
        <pc:cxnChg chg="add mod">
          <ac:chgData name="Shang-Wei Lin" userId="d614b8a91a354671" providerId="LiveId" clId="{C4327218-6B19-B142-AF22-5F9DAF7A6BF2}" dt="2022-08-14T09:14:02.600" v="600" actId="164"/>
          <ac:cxnSpMkLst>
            <pc:docMk/>
            <pc:sldMk cId="0" sldId="334"/>
            <ac:cxnSpMk id="29704" creationId="{22DEA16E-9E05-4665-34E9-3520B2EA0D9D}"/>
          </ac:cxnSpMkLst>
        </pc:cxnChg>
        <pc:cxnChg chg="add mod">
          <ac:chgData name="Shang-Wei Lin" userId="d614b8a91a354671" providerId="LiveId" clId="{C4327218-6B19-B142-AF22-5F9DAF7A6BF2}" dt="2022-08-14T09:14:02.600" v="600" actId="164"/>
          <ac:cxnSpMkLst>
            <pc:docMk/>
            <pc:sldMk cId="0" sldId="334"/>
            <ac:cxnSpMk id="29705" creationId="{FF6AD74C-D295-2BD4-07A5-4CB39F4B79CF}"/>
          </ac:cxnSpMkLst>
        </pc:cxnChg>
        <pc:cxnChg chg="add mod">
          <ac:chgData name="Shang-Wei Lin" userId="d614b8a91a354671" providerId="LiveId" clId="{C4327218-6B19-B142-AF22-5F9DAF7A6BF2}" dt="2022-08-14T09:14:08.450" v="601" actId="164"/>
          <ac:cxnSpMkLst>
            <pc:docMk/>
            <pc:sldMk cId="0" sldId="334"/>
            <ac:cxnSpMk id="29710" creationId="{F2938C86-DFEB-1FC0-4A17-ACD0CBD89EC7}"/>
          </ac:cxnSpMkLst>
        </pc:cxnChg>
        <pc:cxnChg chg="add mod">
          <ac:chgData name="Shang-Wei Lin" userId="d614b8a91a354671" providerId="LiveId" clId="{C4327218-6B19-B142-AF22-5F9DAF7A6BF2}" dt="2022-08-14T09:14:08.450" v="601" actId="164"/>
          <ac:cxnSpMkLst>
            <pc:docMk/>
            <pc:sldMk cId="0" sldId="334"/>
            <ac:cxnSpMk id="29711" creationId="{BDD7FF28-5A9D-71BB-5844-15B4F424D810}"/>
          </ac:cxnSpMkLst>
        </pc:cxnChg>
        <pc:cxnChg chg="add mod">
          <ac:chgData name="Shang-Wei Lin" userId="d614b8a91a354671" providerId="LiveId" clId="{C4327218-6B19-B142-AF22-5F9DAF7A6BF2}" dt="2022-08-14T09:16:05.130" v="605" actId="164"/>
          <ac:cxnSpMkLst>
            <pc:docMk/>
            <pc:sldMk cId="0" sldId="334"/>
            <ac:cxnSpMk id="29714" creationId="{F70D60C9-E027-C65B-9B73-B08560B6DC01}"/>
          </ac:cxnSpMkLst>
        </pc:cxnChg>
        <pc:cxnChg chg="add mod">
          <ac:chgData name="Shang-Wei Lin" userId="d614b8a91a354671" providerId="LiveId" clId="{C4327218-6B19-B142-AF22-5F9DAF7A6BF2}" dt="2022-08-14T09:16:05.130" v="605" actId="164"/>
          <ac:cxnSpMkLst>
            <pc:docMk/>
            <pc:sldMk cId="0" sldId="334"/>
            <ac:cxnSpMk id="29715" creationId="{765AD940-6C13-31A2-9713-625F6546BFBE}"/>
          </ac:cxnSpMkLst>
        </pc:cxnChg>
        <pc:cxnChg chg="add mod">
          <ac:chgData name="Shang-Wei Lin" userId="d614b8a91a354671" providerId="LiveId" clId="{C4327218-6B19-B142-AF22-5F9DAF7A6BF2}" dt="2022-08-14T09:16:18.073" v="606" actId="164"/>
          <ac:cxnSpMkLst>
            <pc:docMk/>
            <pc:sldMk cId="0" sldId="334"/>
            <ac:cxnSpMk id="29718" creationId="{0F7904E0-AF17-75EF-DA72-48FB15712E74}"/>
          </ac:cxnSpMkLst>
        </pc:cxnChg>
        <pc:cxnChg chg="add mod">
          <ac:chgData name="Shang-Wei Lin" userId="d614b8a91a354671" providerId="LiveId" clId="{C4327218-6B19-B142-AF22-5F9DAF7A6BF2}" dt="2022-08-14T09:16:18.073" v="606" actId="164"/>
          <ac:cxnSpMkLst>
            <pc:docMk/>
            <pc:sldMk cId="0" sldId="334"/>
            <ac:cxnSpMk id="29719" creationId="{9E5DFEBF-5772-464F-8815-40A36C47EF55}"/>
          </ac:cxnSpMkLst>
        </pc:cxnChg>
        <pc:cxnChg chg="add mod">
          <ac:chgData name="Shang-Wei Lin" userId="d614b8a91a354671" providerId="LiveId" clId="{C4327218-6B19-B142-AF22-5F9DAF7A6BF2}" dt="2022-08-14T09:16:57.082" v="607" actId="164"/>
          <ac:cxnSpMkLst>
            <pc:docMk/>
            <pc:sldMk cId="0" sldId="334"/>
            <ac:cxnSpMk id="29721" creationId="{6BEBF7E4-A5C7-688C-08CB-93472A5C7E79}"/>
          </ac:cxnSpMkLst>
        </pc:cxnChg>
        <pc:cxnChg chg="add mod">
          <ac:chgData name="Shang-Wei Lin" userId="d614b8a91a354671" providerId="LiveId" clId="{C4327218-6B19-B142-AF22-5F9DAF7A6BF2}" dt="2022-08-14T09:16:57.082" v="607" actId="164"/>
          <ac:cxnSpMkLst>
            <pc:docMk/>
            <pc:sldMk cId="0" sldId="334"/>
            <ac:cxnSpMk id="29722" creationId="{875A0890-86BD-876E-2DDD-0DEDC6E235A4}"/>
          </ac:cxnSpMkLst>
        </pc:cxnChg>
        <pc:cxnChg chg="mod topLvl">
          <ac:chgData name="Shang-Wei Lin" userId="d614b8a91a354671" providerId="LiveId" clId="{C4327218-6B19-B142-AF22-5F9DAF7A6BF2}" dt="2022-08-14T09:18:29.768" v="623" actId="164"/>
          <ac:cxnSpMkLst>
            <pc:docMk/>
            <pc:sldMk cId="0" sldId="334"/>
            <ac:cxnSpMk id="29736" creationId="{5827A77C-567C-3BF6-A56A-9DA364470604}"/>
          </ac:cxnSpMkLst>
        </pc:cxnChg>
        <pc:cxnChg chg="mod topLvl">
          <ac:chgData name="Shang-Wei Lin" userId="d614b8a91a354671" providerId="LiveId" clId="{C4327218-6B19-B142-AF22-5F9DAF7A6BF2}" dt="2022-08-14T09:18:29.768" v="623" actId="164"/>
          <ac:cxnSpMkLst>
            <pc:docMk/>
            <pc:sldMk cId="0" sldId="334"/>
            <ac:cxnSpMk id="29737" creationId="{1117F650-CAFF-D4DE-8AC2-7ECC46992CCE}"/>
          </ac:cxnSpMkLst>
        </pc:cxnChg>
        <pc:cxnChg chg="add mod">
          <ac:chgData name="Shang-Wei Lin" userId="d614b8a91a354671" providerId="LiveId" clId="{C4327218-6B19-B142-AF22-5F9DAF7A6BF2}" dt="2022-08-14T09:18:29.768" v="623" actId="164"/>
          <ac:cxnSpMkLst>
            <pc:docMk/>
            <pc:sldMk cId="0" sldId="334"/>
            <ac:cxnSpMk id="29743" creationId="{1D1680C4-F6FD-B950-C9D1-56C616E7C731}"/>
          </ac:cxnSpMkLst>
        </pc:cxnChg>
        <pc:cxnChg chg="mod topLvl">
          <ac:chgData name="Shang-Wei Lin" userId="d614b8a91a354671" providerId="LiveId" clId="{C4327218-6B19-B142-AF22-5F9DAF7A6BF2}" dt="2022-08-14T09:18:49.367" v="628" actId="164"/>
          <ac:cxnSpMkLst>
            <pc:docMk/>
            <pc:sldMk cId="0" sldId="334"/>
            <ac:cxnSpMk id="29746" creationId="{5D68E547-C7DB-7A80-650E-FDC0E7AD4AC3}"/>
          </ac:cxnSpMkLst>
        </pc:cxnChg>
        <pc:cxnChg chg="mod topLvl">
          <ac:chgData name="Shang-Wei Lin" userId="d614b8a91a354671" providerId="LiveId" clId="{C4327218-6B19-B142-AF22-5F9DAF7A6BF2}" dt="2022-08-14T09:18:49.367" v="628" actId="164"/>
          <ac:cxnSpMkLst>
            <pc:docMk/>
            <pc:sldMk cId="0" sldId="334"/>
            <ac:cxnSpMk id="29747" creationId="{39994833-BA06-E61F-7E31-EE7A8E8257C7}"/>
          </ac:cxnSpMkLst>
        </pc:cxnChg>
        <pc:cxnChg chg="mod topLvl">
          <ac:chgData name="Shang-Wei Lin" userId="d614b8a91a354671" providerId="LiveId" clId="{C4327218-6B19-B142-AF22-5F9DAF7A6BF2}" dt="2022-08-14T09:18:49.367" v="628" actId="164"/>
          <ac:cxnSpMkLst>
            <pc:docMk/>
            <pc:sldMk cId="0" sldId="334"/>
            <ac:cxnSpMk id="29749" creationId="{A26984B9-90CE-034C-B68A-3AF5C6FE4618}"/>
          </ac:cxnSpMkLst>
        </pc:cxnChg>
      </pc:sldChg>
      <pc:sldChg chg="modSp">
        <pc:chgData name="Shang-Wei Lin" userId="d614b8a91a354671" providerId="LiveId" clId="{C4327218-6B19-B142-AF22-5F9DAF7A6BF2}" dt="2022-08-14T10:08:51.432" v="871" actId="20577"/>
        <pc:sldMkLst>
          <pc:docMk/>
          <pc:sldMk cId="0" sldId="407"/>
        </pc:sldMkLst>
        <pc:spChg chg="mod">
          <ac:chgData name="Shang-Wei Lin" userId="d614b8a91a354671" providerId="LiveId" clId="{C4327218-6B19-B142-AF22-5F9DAF7A6BF2}" dt="2022-08-14T10:08:51.432" v="871" actId="20577"/>
          <ac:spMkLst>
            <pc:docMk/>
            <pc:sldMk cId="0" sldId="407"/>
            <ac:spMk id="4" creationId="{00000000-0000-0000-0000-000000000000}"/>
          </ac:spMkLst>
        </pc:spChg>
      </pc:sldChg>
      <pc:sldChg chg="addSp delSp modSp mod modAnim">
        <pc:chgData name="Shang-Wei Lin" userId="d614b8a91a354671" providerId="LiveId" clId="{C4327218-6B19-B142-AF22-5F9DAF7A6BF2}" dt="2022-08-14T14:41:43.929" v="1027" actId="20577"/>
        <pc:sldMkLst>
          <pc:docMk/>
          <pc:sldMk cId="0" sldId="443"/>
        </pc:sldMkLst>
        <pc:spChg chg="add mod">
          <ac:chgData name="Shang-Wei Lin" userId="d614b8a91a354671" providerId="LiveId" clId="{C4327218-6B19-B142-AF22-5F9DAF7A6BF2}" dt="2022-08-14T10:27:47.837" v="898" actId="164"/>
          <ac:spMkLst>
            <pc:docMk/>
            <pc:sldMk cId="0" sldId="443"/>
            <ac:spMk id="2" creationId="{BEEA7954-FCD3-749A-86CB-C6D55814B13A}"/>
          </ac:spMkLst>
        </pc:spChg>
        <pc:spChg chg="add mod">
          <ac:chgData name="Shang-Wei Lin" userId="d614b8a91a354671" providerId="LiveId" clId="{C4327218-6B19-B142-AF22-5F9DAF7A6BF2}" dt="2022-08-14T10:27:47.837" v="898" actId="164"/>
          <ac:spMkLst>
            <pc:docMk/>
            <pc:sldMk cId="0" sldId="443"/>
            <ac:spMk id="3" creationId="{9156CB63-065B-4D2F-0C44-9D31D136F2EE}"/>
          </ac:spMkLst>
        </pc:spChg>
        <pc:spChg chg="mod">
          <ac:chgData name="Shang-Wei Lin" userId="d614b8a91a354671" providerId="LiveId" clId="{C4327218-6B19-B142-AF22-5F9DAF7A6BF2}" dt="2022-08-13T14:34:49.165" v="39" actId="113"/>
          <ac:spMkLst>
            <pc:docMk/>
            <pc:sldMk cId="0" sldId="443"/>
            <ac:spMk id="4" creationId="{00000000-0000-0000-0000-000000000000}"/>
          </ac:spMkLst>
        </pc:spChg>
        <pc:spChg chg="add mod">
          <ac:chgData name="Shang-Wei Lin" userId="d614b8a91a354671" providerId="LiveId" clId="{C4327218-6B19-B142-AF22-5F9DAF7A6BF2}" dt="2022-08-14T10:27:47.837" v="898" actId="164"/>
          <ac:spMkLst>
            <pc:docMk/>
            <pc:sldMk cId="0" sldId="443"/>
            <ac:spMk id="5" creationId="{F82B2877-4C80-A991-4006-7973FD763F37}"/>
          </ac:spMkLst>
        </pc:spChg>
        <pc:spChg chg="add mod">
          <ac:chgData name="Shang-Wei Lin" userId="d614b8a91a354671" providerId="LiveId" clId="{C4327218-6B19-B142-AF22-5F9DAF7A6BF2}" dt="2022-08-14T10:27:47.837" v="898" actId="164"/>
          <ac:spMkLst>
            <pc:docMk/>
            <pc:sldMk cId="0" sldId="443"/>
            <ac:spMk id="6" creationId="{7A70B4B8-A182-1442-B92E-401CF55BA131}"/>
          </ac:spMkLst>
        </pc:spChg>
        <pc:spChg chg="add del mod">
          <ac:chgData name="Shang-Wei Lin" userId="d614b8a91a354671" providerId="LiveId" clId="{C4327218-6B19-B142-AF22-5F9DAF7A6BF2}" dt="2022-08-14T10:27:23.604" v="896" actId="478"/>
          <ac:spMkLst>
            <pc:docMk/>
            <pc:sldMk cId="0" sldId="443"/>
            <ac:spMk id="7" creationId="{6D57ACA7-D0EE-4D27-49A5-2B5841DF0E27}"/>
          </ac:spMkLst>
        </pc:spChg>
        <pc:spChg chg="add mod">
          <ac:chgData name="Shang-Wei Lin" userId="d614b8a91a354671" providerId="LiveId" clId="{C4327218-6B19-B142-AF22-5F9DAF7A6BF2}" dt="2022-08-14T10:27:54.560" v="899" actId="164"/>
          <ac:spMkLst>
            <pc:docMk/>
            <pc:sldMk cId="0" sldId="443"/>
            <ac:spMk id="8" creationId="{347B133F-D477-075B-7A80-C4613E91FCC7}"/>
          </ac:spMkLst>
        </pc:spChg>
        <pc:spChg chg="add mod">
          <ac:chgData name="Shang-Wei Lin" userId="d614b8a91a354671" providerId="LiveId" clId="{C4327218-6B19-B142-AF22-5F9DAF7A6BF2}" dt="2022-08-14T10:27:54.560" v="899" actId="164"/>
          <ac:spMkLst>
            <pc:docMk/>
            <pc:sldMk cId="0" sldId="443"/>
            <ac:spMk id="9" creationId="{20A14FEB-27E5-2767-F1CC-FB18B8C6F802}"/>
          </ac:spMkLst>
        </pc:spChg>
        <pc:spChg chg="add mod">
          <ac:chgData name="Shang-Wei Lin" userId="d614b8a91a354671" providerId="LiveId" clId="{C4327218-6B19-B142-AF22-5F9DAF7A6BF2}" dt="2022-08-14T10:27:54.560" v="899" actId="164"/>
          <ac:spMkLst>
            <pc:docMk/>
            <pc:sldMk cId="0" sldId="443"/>
            <ac:spMk id="10" creationId="{9B12BAC3-4A78-63CF-746C-79E9AA69B439}"/>
          </ac:spMkLst>
        </pc:spChg>
        <pc:spChg chg="add mod">
          <ac:chgData name="Shang-Wei Lin" userId="d614b8a91a354671" providerId="LiveId" clId="{C4327218-6B19-B142-AF22-5F9DAF7A6BF2}" dt="2022-08-14T10:27:54.560" v="899" actId="164"/>
          <ac:spMkLst>
            <pc:docMk/>
            <pc:sldMk cId="0" sldId="443"/>
            <ac:spMk id="11" creationId="{C4BC6788-99AC-45E8-EC95-8A4DFE70C9BA}"/>
          </ac:spMkLst>
        </pc:spChg>
        <pc:spChg chg="add mod">
          <ac:chgData name="Shang-Wei Lin" userId="d614b8a91a354671" providerId="LiveId" clId="{C4327218-6B19-B142-AF22-5F9DAF7A6BF2}" dt="2022-08-14T14:02:48.838" v="952" actId="164"/>
          <ac:spMkLst>
            <pc:docMk/>
            <pc:sldMk cId="0" sldId="443"/>
            <ac:spMk id="16" creationId="{078B0F86-1EC8-54F5-E80B-43DFFAB6B0F9}"/>
          </ac:spMkLst>
        </pc:spChg>
        <pc:spChg chg="add mod">
          <ac:chgData name="Shang-Wei Lin" userId="d614b8a91a354671" providerId="LiveId" clId="{C4327218-6B19-B142-AF22-5F9DAF7A6BF2}" dt="2022-08-14T14:02:48.838" v="952" actId="164"/>
          <ac:spMkLst>
            <pc:docMk/>
            <pc:sldMk cId="0" sldId="443"/>
            <ac:spMk id="20" creationId="{7FC26935-2183-E403-93CF-6AB7D66B2F40}"/>
          </ac:spMkLst>
        </pc:spChg>
        <pc:spChg chg="add mod">
          <ac:chgData name="Shang-Wei Lin" userId="d614b8a91a354671" providerId="LiveId" clId="{C4327218-6B19-B142-AF22-5F9DAF7A6BF2}" dt="2022-08-14T14:02:48.838" v="952" actId="164"/>
          <ac:spMkLst>
            <pc:docMk/>
            <pc:sldMk cId="0" sldId="443"/>
            <ac:spMk id="21" creationId="{A29F176C-4EDB-2E3A-C54E-4AE0434EDCC4}"/>
          </ac:spMkLst>
        </pc:spChg>
        <pc:spChg chg="mod">
          <ac:chgData name="Shang-Wei Lin" userId="d614b8a91a354671" providerId="LiveId" clId="{C4327218-6B19-B142-AF22-5F9DAF7A6BF2}" dt="2022-08-14T14:41:43.929" v="1027" actId="20577"/>
          <ac:spMkLst>
            <pc:docMk/>
            <pc:sldMk cId="0" sldId="443"/>
            <ac:spMk id="45059" creationId="{00000000-0000-0000-0000-000000000000}"/>
          </ac:spMkLst>
        </pc:spChg>
        <pc:grpChg chg="add mod">
          <ac:chgData name="Shang-Wei Lin" userId="d614b8a91a354671" providerId="LiveId" clId="{C4327218-6B19-B142-AF22-5F9DAF7A6BF2}" dt="2022-08-14T14:02:48.838" v="952" actId="164"/>
          <ac:grpSpMkLst>
            <pc:docMk/>
            <pc:sldMk cId="0" sldId="443"/>
            <ac:grpSpMk id="12" creationId="{BD16897E-1897-60C3-F7F4-67FC0E2AC34F}"/>
          </ac:grpSpMkLst>
        </pc:grpChg>
        <pc:grpChg chg="add mod">
          <ac:chgData name="Shang-Wei Lin" userId="d614b8a91a354671" providerId="LiveId" clId="{C4327218-6B19-B142-AF22-5F9DAF7A6BF2}" dt="2022-08-14T14:02:48.838" v="952" actId="164"/>
          <ac:grpSpMkLst>
            <pc:docMk/>
            <pc:sldMk cId="0" sldId="443"/>
            <ac:grpSpMk id="13" creationId="{58ED07CC-78F1-1055-96E5-B3D2CF981324}"/>
          </ac:grpSpMkLst>
        </pc:grpChg>
        <pc:grpChg chg="add mod">
          <ac:chgData name="Shang-Wei Lin" userId="d614b8a91a354671" providerId="LiveId" clId="{C4327218-6B19-B142-AF22-5F9DAF7A6BF2}" dt="2022-08-14T14:02:48.838" v="952" actId="164"/>
          <ac:grpSpMkLst>
            <pc:docMk/>
            <pc:sldMk cId="0" sldId="443"/>
            <ac:grpSpMk id="22" creationId="{67F87DFD-DFD1-37B8-4765-66A69D492834}"/>
          </ac:grpSpMkLst>
        </pc:grpChg>
        <pc:cxnChg chg="add mod">
          <ac:chgData name="Shang-Wei Lin" userId="d614b8a91a354671" providerId="LiveId" clId="{C4327218-6B19-B142-AF22-5F9DAF7A6BF2}" dt="2022-08-14T14:02:48.838" v="952" actId="164"/>
          <ac:cxnSpMkLst>
            <pc:docMk/>
            <pc:sldMk cId="0" sldId="443"/>
            <ac:cxnSpMk id="15" creationId="{52772BFA-1E8D-92BB-3AB5-A121540EADFC}"/>
          </ac:cxnSpMkLst>
        </pc:cxnChg>
        <pc:cxnChg chg="add mod">
          <ac:chgData name="Shang-Wei Lin" userId="d614b8a91a354671" providerId="LiveId" clId="{C4327218-6B19-B142-AF22-5F9DAF7A6BF2}" dt="2022-08-14T14:02:48.838" v="952" actId="164"/>
          <ac:cxnSpMkLst>
            <pc:docMk/>
            <pc:sldMk cId="0" sldId="443"/>
            <ac:cxnSpMk id="18" creationId="{110DC490-BC6A-B8A7-43F2-9C947F1A590B}"/>
          </ac:cxnSpMkLst>
        </pc:cxnChg>
        <pc:cxnChg chg="add mod">
          <ac:chgData name="Shang-Wei Lin" userId="d614b8a91a354671" providerId="LiveId" clId="{C4327218-6B19-B142-AF22-5F9DAF7A6BF2}" dt="2022-08-14T14:02:48.838" v="952" actId="164"/>
          <ac:cxnSpMkLst>
            <pc:docMk/>
            <pc:sldMk cId="0" sldId="443"/>
            <ac:cxnSpMk id="19" creationId="{1EC007CE-3F53-A452-F240-CCF6E8E35159}"/>
          </ac:cxnSpMkLst>
        </pc:cxnChg>
      </pc:sldChg>
      <pc:sldChg chg="modSp modAnim">
        <pc:chgData name="Shang-Wei Lin" userId="d614b8a91a354671" providerId="LiveId" clId="{C4327218-6B19-B142-AF22-5F9DAF7A6BF2}" dt="2022-08-13T14:25:20.736" v="26" actId="113"/>
        <pc:sldMkLst>
          <pc:docMk/>
          <pc:sldMk cId="3818623394" sldId="453"/>
        </pc:sldMkLst>
        <pc:spChg chg="mod">
          <ac:chgData name="Shang-Wei Lin" userId="d614b8a91a354671" providerId="LiveId" clId="{C4327218-6B19-B142-AF22-5F9DAF7A6BF2}" dt="2022-08-13T14:25:20.736" v="26" actId="113"/>
          <ac:spMkLst>
            <pc:docMk/>
            <pc:sldMk cId="3818623394" sldId="453"/>
            <ac:spMk id="5" creationId="{00000000-0000-0000-0000-000000000000}"/>
          </ac:spMkLst>
        </pc:spChg>
      </pc:sldChg>
      <pc:sldChg chg="modSp mod">
        <pc:chgData name="Shang-Wei Lin" userId="d614b8a91a354671" providerId="LiveId" clId="{C4327218-6B19-B142-AF22-5F9DAF7A6BF2}" dt="2022-08-14T14:38:38.983" v="980" actId="113"/>
        <pc:sldMkLst>
          <pc:docMk/>
          <pc:sldMk cId="885745398" sldId="465"/>
        </pc:sldMkLst>
        <pc:spChg chg="mod">
          <ac:chgData name="Shang-Wei Lin" userId="d614b8a91a354671" providerId="LiveId" clId="{C4327218-6B19-B142-AF22-5F9DAF7A6BF2}" dt="2022-08-14T14:38:38.983" v="980" actId="113"/>
          <ac:spMkLst>
            <pc:docMk/>
            <pc:sldMk cId="885745398" sldId="465"/>
            <ac:spMk id="4" creationId="{00000000-0000-0000-0000-000000000000}"/>
          </ac:spMkLst>
        </pc:spChg>
      </pc:sldChg>
      <pc:sldChg chg="modAnim">
        <pc:chgData name="Shang-Wei Lin" userId="d614b8a91a354671" providerId="LiveId" clId="{C4327218-6B19-B142-AF22-5F9DAF7A6BF2}" dt="2022-08-14T14:55:16.420" v="1070"/>
        <pc:sldMkLst>
          <pc:docMk/>
          <pc:sldMk cId="703939870" sldId="501"/>
        </pc:sldMkLst>
      </pc:sldChg>
      <pc:sldChg chg="addSp modSp mod">
        <pc:chgData name="Shang-Wei Lin" userId="d614b8a91a354671" providerId="LiveId" clId="{C4327218-6B19-B142-AF22-5F9DAF7A6BF2}" dt="2022-08-13T15:27:47.251" v="331" actId="20577"/>
        <pc:sldMkLst>
          <pc:docMk/>
          <pc:sldMk cId="3813099060" sldId="502"/>
        </pc:sldMkLst>
        <pc:spChg chg="mod">
          <ac:chgData name="Shang-Wei Lin" userId="d614b8a91a354671" providerId="LiveId" clId="{C4327218-6B19-B142-AF22-5F9DAF7A6BF2}" dt="2022-08-13T15:05:07.288" v="184"/>
          <ac:spMkLst>
            <pc:docMk/>
            <pc:sldMk cId="3813099060" sldId="502"/>
            <ac:spMk id="5" creationId="{67C19EC0-5767-A672-76F9-E464A29BF01D}"/>
          </ac:spMkLst>
        </pc:spChg>
        <pc:spChg chg="mod">
          <ac:chgData name="Shang-Wei Lin" userId="d614b8a91a354671" providerId="LiveId" clId="{C4327218-6B19-B142-AF22-5F9DAF7A6BF2}" dt="2022-08-13T15:05:07.288" v="184"/>
          <ac:spMkLst>
            <pc:docMk/>
            <pc:sldMk cId="3813099060" sldId="502"/>
            <ac:spMk id="6" creationId="{E176C224-515E-3178-B980-2033F2401591}"/>
          </ac:spMkLst>
        </pc:spChg>
        <pc:spChg chg="mod">
          <ac:chgData name="Shang-Wei Lin" userId="d614b8a91a354671" providerId="LiveId" clId="{C4327218-6B19-B142-AF22-5F9DAF7A6BF2}" dt="2022-08-13T15:05:07.288" v="184"/>
          <ac:spMkLst>
            <pc:docMk/>
            <pc:sldMk cId="3813099060" sldId="502"/>
            <ac:spMk id="7" creationId="{89757957-9970-8E03-ABFD-62677B2625D4}"/>
          </ac:spMkLst>
        </pc:spChg>
        <pc:spChg chg="mod">
          <ac:chgData name="Shang-Wei Lin" userId="d614b8a91a354671" providerId="LiveId" clId="{C4327218-6B19-B142-AF22-5F9DAF7A6BF2}" dt="2022-08-13T15:05:07.288" v="184"/>
          <ac:spMkLst>
            <pc:docMk/>
            <pc:sldMk cId="3813099060" sldId="502"/>
            <ac:spMk id="8" creationId="{BE8CAE38-8DF0-3312-62AD-0EB6980EDF52}"/>
          </ac:spMkLst>
        </pc:spChg>
        <pc:spChg chg="mod">
          <ac:chgData name="Shang-Wei Lin" userId="d614b8a91a354671" providerId="LiveId" clId="{C4327218-6B19-B142-AF22-5F9DAF7A6BF2}" dt="2022-08-13T15:05:07.288" v="184"/>
          <ac:spMkLst>
            <pc:docMk/>
            <pc:sldMk cId="3813099060" sldId="502"/>
            <ac:spMk id="9" creationId="{0C3E7962-6552-17C1-5EBB-B2B66ACD666D}"/>
          </ac:spMkLst>
        </pc:spChg>
        <pc:spChg chg="mod">
          <ac:chgData name="Shang-Wei Lin" userId="d614b8a91a354671" providerId="LiveId" clId="{C4327218-6B19-B142-AF22-5F9DAF7A6BF2}" dt="2022-08-13T15:05:07.288" v="184"/>
          <ac:spMkLst>
            <pc:docMk/>
            <pc:sldMk cId="3813099060" sldId="502"/>
            <ac:spMk id="10" creationId="{B25CA516-ACA4-3C34-5CED-4233240C2BED}"/>
          </ac:spMkLst>
        </pc:spChg>
        <pc:spChg chg="mod">
          <ac:chgData name="Shang-Wei Lin" userId="d614b8a91a354671" providerId="LiveId" clId="{C4327218-6B19-B142-AF22-5F9DAF7A6BF2}" dt="2022-08-13T15:05:07.288" v="184"/>
          <ac:spMkLst>
            <pc:docMk/>
            <pc:sldMk cId="3813099060" sldId="502"/>
            <ac:spMk id="11" creationId="{5539DE60-1502-4162-FF22-D3AA7F233EF3}"/>
          </ac:spMkLst>
        </pc:spChg>
        <pc:spChg chg="mod">
          <ac:chgData name="Shang-Wei Lin" userId="d614b8a91a354671" providerId="LiveId" clId="{C4327218-6B19-B142-AF22-5F9DAF7A6BF2}" dt="2022-08-13T15:27:47.251" v="331" actId="20577"/>
          <ac:spMkLst>
            <pc:docMk/>
            <pc:sldMk cId="3813099060" sldId="502"/>
            <ac:spMk id="12" creationId="{34419C2A-0957-B112-AE19-08534DF7CFFE}"/>
          </ac:spMkLst>
        </pc:spChg>
        <pc:spChg chg="mod">
          <ac:chgData name="Shang-Wei Lin" userId="d614b8a91a354671" providerId="LiveId" clId="{C4327218-6B19-B142-AF22-5F9DAF7A6BF2}" dt="2022-08-13T15:05:07.288" v="184"/>
          <ac:spMkLst>
            <pc:docMk/>
            <pc:sldMk cId="3813099060" sldId="502"/>
            <ac:spMk id="13" creationId="{3D12585C-6B95-0E8C-4E5A-46D163A3AAC7}"/>
          </ac:spMkLst>
        </pc:spChg>
        <pc:spChg chg="mod">
          <ac:chgData name="Shang-Wei Lin" userId="d614b8a91a354671" providerId="LiveId" clId="{C4327218-6B19-B142-AF22-5F9DAF7A6BF2}" dt="2022-08-13T15:05:07.288" v="184"/>
          <ac:spMkLst>
            <pc:docMk/>
            <pc:sldMk cId="3813099060" sldId="502"/>
            <ac:spMk id="14" creationId="{3B7B0935-494B-C8D8-4125-00F775C83183}"/>
          </ac:spMkLst>
        </pc:spChg>
        <pc:spChg chg="mod">
          <ac:chgData name="Shang-Wei Lin" userId="d614b8a91a354671" providerId="LiveId" clId="{C4327218-6B19-B142-AF22-5F9DAF7A6BF2}" dt="2022-08-13T15:05:07.288" v="184"/>
          <ac:spMkLst>
            <pc:docMk/>
            <pc:sldMk cId="3813099060" sldId="502"/>
            <ac:spMk id="15" creationId="{D5F54316-F26C-4235-406F-18DAA0C4D18C}"/>
          </ac:spMkLst>
        </pc:spChg>
        <pc:spChg chg="mod">
          <ac:chgData name="Shang-Wei Lin" userId="d614b8a91a354671" providerId="LiveId" clId="{C4327218-6B19-B142-AF22-5F9DAF7A6BF2}" dt="2022-08-13T15:05:07.288" v="184"/>
          <ac:spMkLst>
            <pc:docMk/>
            <pc:sldMk cId="3813099060" sldId="502"/>
            <ac:spMk id="16" creationId="{4CBAD573-5C4A-8B97-FAE4-9C55662A30FB}"/>
          </ac:spMkLst>
        </pc:spChg>
        <pc:grpChg chg="add mod">
          <ac:chgData name="Shang-Wei Lin" userId="d614b8a91a354671" providerId="LiveId" clId="{C4327218-6B19-B142-AF22-5F9DAF7A6BF2}" dt="2022-08-13T15:05:07.288" v="184"/>
          <ac:grpSpMkLst>
            <pc:docMk/>
            <pc:sldMk cId="3813099060" sldId="502"/>
            <ac:grpSpMk id="4" creationId="{62A67D0A-5813-C7BE-EEDE-6FBF64B146BB}"/>
          </ac:grpSpMkLst>
        </pc:grpChg>
      </pc:sldChg>
      <pc:sldChg chg="addSp delSp modSp mod">
        <pc:chgData name="Shang-Wei Lin" userId="d614b8a91a354671" providerId="LiveId" clId="{C4327218-6B19-B142-AF22-5F9DAF7A6BF2}" dt="2022-08-13T15:27:52.348" v="333" actId="20577"/>
        <pc:sldMkLst>
          <pc:docMk/>
          <pc:sldMk cId="687177440" sldId="503"/>
        </pc:sldMkLst>
        <pc:spChg chg="mod topLvl">
          <ac:chgData name="Shang-Wei Lin" userId="d614b8a91a354671" providerId="LiveId" clId="{C4327218-6B19-B142-AF22-5F9DAF7A6BF2}" dt="2022-08-13T15:07:51.912" v="210" actId="164"/>
          <ac:spMkLst>
            <pc:docMk/>
            <pc:sldMk cId="687177440" sldId="503"/>
            <ac:spMk id="5" creationId="{D1C6B5E9-1A91-2351-95BA-B7092FC70B80}"/>
          </ac:spMkLst>
        </pc:spChg>
        <pc:spChg chg="mod topLvl">
          <ac:chgData name="Shang-Wei Lin" userId="d614b8a91a354671" providerId="LiveId" clId="{C4327218-6B19-B142-AF22-5F9DAF7A6BF2}" dt="2022-08-13T15:07:51.912" v="210" actId="164"/>
          <ac:spMkLst>
            <pc:docMk/>
            <pc:sldMk cId="687177440" sldId="503"/>
            <ac:spMk id="6" creationId="{C52B734B-A1E0-669B-BF61-BA52431589C9}"/>
          </ac:spMkLst>
        </pc:spChg>
        <pc:spChg chg="mod topLvl">
          <ac:chgData name="Shang-Wei Lin" userId="d614b8a91a354671" providerId="LiveId" clId="{C4327218-6B19-B142-AF22-5F9DAF7A6BF2}" dt="2022-08-13T15:07:51.912" v="210" actId="164"/>
          <ac:spMkLst>
            <pc:docMk/>
            <pc:sldMk cId="687177440" sldId="503"/>
            <ac:spMk id="7" creationId="{6B1905B0-0118-725B-BEA4-F7ACF646F9EB}"/>
          </ac:spMkLst>
        </pc:spChg>
        <pc:spChg chg="mod topLvl">
          <ac:chgData name="Shang-Wei Lin" userId="d614b8a91a354671" providerId="LiveId" clId="{C4327218-6B19-B142-AF22-5F9DAF7A6BF2}" dt="2022-08-13T15:07:51.912" v="210" actId="164"/>
          <ac:spMkLst>
            <pc:docMk/>
            <pc:sldMk cId="687177440" sldId="503"/>
            <ac:spMk id="8" creationId="{3A819A9A-718E-1B37-1FD9-90FD0E43FD05}"/>
          </ac:spMkLst>
        </pc:spChg>
        <pc:spChg chg="mod topLvl">
          <ac:chgData name="Shang-Wei Lin" userId="d614b8a91a354671" providerId="LiveId" clId="{C4327218-6B19-B142-AF22-5F9DAF7A6BF2}" dt="2022-08-13T15:07:51.912" v="210" actId="164"/>
          <ac:spMkLst>
            <pc:docMk/>
            <pc:sldMk cId="687177440" sldId="503"/>
            <ac:spMk id="9" creationId="{05136268-6963-0458-AC7B-15A7BAD37BBC}"/>
          </ac:spMkLst>
        </pc:spChg>
        <pc:spChg chg="mod topLvl">
          <ac:chgData name="Shang-Wei Lin" userId="d614b8a91a354671" providerId="LiveId" clId="{C4327218-6B19-B142-AF22-5F9DAF7A6BF2}" dt="2022-08-13T15:07:51.912" v="210" actId="164"/>
          <ac:spMkLst>
            <pc:docMk/>
            <pc:sldMk cId="687177440" sldId="503"/>
            <ac:spMk id="10" creationId="{6BAA5612-39D4-D565-919C-573BDCE5A311}"/>
          </ac:spMkLst>
        </pc:spChg>
        <pc:spChg chg="mod topLvl">
          <ac:chgData name="Shang-Wei Lin" userId="d614b8a91a354671" providerId="LiveId" clId="{C4327218-6B19-B142-AF22-5F9DAF7A6BF2}" dt="2022-08-13T15:07:51.912" v="210" actId="164"/>
          <ac:spMkLst>
            <pc:docMk/>
            <pc:sldMk cId="687177440" sldId="503"/>
            <ac:spMk id="11" creationId="{881DAC3E-7AC5-3822-74ED-A87AE9AD71F1}"/>
          </ac:spMkLst>
        </pc:spChg>
        <pc:spChg chg="mod topLvl">
          <ac:chgData name="Shang-Wei Lin" userId="d614b8a91a354671" providerId="LiveId" clId="{C4327218-6B19-B142-AF22-5F9DAF7A6BF2}" dt="2022-08-13T15:27:52.348" v="333" actId="20577"/>
          <ac:spMkLst>
            <pc:docMk/>
            <pc:sldMk cId="687177440" sldId="503"/>
            <ac:spMk id="12" creationId="{6F94C0BD-69FB-BF38-B522-B1BC23557F2A}"/>
          </ac:spMkLst>
        </pc:spChg>
        <pc:spChg chg="mod topLvl">
          <ac:chgData name="Shang-Wei Lin" userId="d614b8a91a354671" providerId="LiveId" clId="{C4327218-6B19-B142-AF22-5F9DAF7A6BF2}" dt="2022-08-13T15:07:51.912" v="210" actId="164"/>
          <ac:spMkLst>
            <pc:docMk/>
            <pc:sldMk cId="687177440" sldId="503"/>
            <ac:spMk id="13" creationId="{C6DA43CE-35C0-6070-0ADA-371ABC99B50B}"/>
          </ac:spMkLst>
        </pc:spChg>
        <pc:spChg chg="mod topLvl">
          <ac:chgData name="Shang-Wei Lin" userId="d614b8a91a354671" providerId="LiveId" clId="{C4327218-6B19-B142-AF22-5F9DAF7A6BF2}" dt="2022-08-13T15:07:51.912" v="210" actId="164"/>
          <ac:spMkLst>
            <pc:docMk/>
            <pc:sldMk cId="687177440" sldId="503"/>
            <ac:spMk id="14" creationId="{FF04F879-A553-31C8-A7BE-E432D01A91F3}"/>
          </ac:spMkLst>
        </pc:spChg>
        <pc:spChg chg="mod topLvl">
          <ac:chgData name="Shang-Wei Lin" userId="d614b8a91a354671" providerId="LiveId" clId="{C4327218-6B19-B142-AF22-5F9DAF7A6BF2}" dt="2022-08-13T15:07:51.912" v="210" actId="164"/>
          <ac:spMkLst>
            <pc:docMk/>
            <pc:sldMk cId="687177440" sldId="503"/>
            <ac:spMk id="15" creationId="{72C639BF-B27D-8790-94B9-2D7B23471E18}"/>
          </ac:spMkLst>
        </pc:spChg>
        <pc:spChg chg="mod topLvl">
          <ac:chgData name="Shang-Wei Lin" userId="d614b8a91a354671" providerId="LiveId" clId="{C4327218-6B19-B142-AF22-5F9DAF7A6BF2}" dt="2022-08-13T15:07:51.912" v="210" actId="164"/>
          <ac:spMkLst>
            <pc:docMk/>
            <pc:sldMk cId="687177440" sldId="503"/>
            <ac:spMk id="16" creationId="{B74C9394-BC14-04DD-3BE4-9AF57ECE81D2}"/>
          </ac:spMkLst>
        </pc:spChg>
        <pc:spChg chg="add mod">
          <ac:chgData name="Shang-Wei Lin" userId="d614b8a91a354671" providerId="LiveId" clId="{C4327218-6B19-B142-AF22-5F9DAF7A6BF2}" dt="2022-08-13T15:07:51.912" v="210" actId="164"/>
          <ac:spMkLst>
            <pc:docMk/>
            <pc:sldMk cId="687177440" sldId="503"/>
            <ac:spMk id="17" creationId="{C87BEEB1-D7D7-BB90-B58B-B642FD25FDA8}"/>
          </ac:spMkLst>
        </pc:spChg>
        <pc:grpChg chg="add del mod">
          <ac:chgData name="Shang-Wei Lin" userId="d614b8a91a354671" providerId="LiveId" clId="{C4327218-6B19-B142-AF22-5F9DAF7A6BF2}" dt="2022-08-13T15:05:31.918" v="186" actId="165"/>
          <ac:grpSpMkLst>
            <pc:docMk/>
            <pc:sldMk cId="687177440" sldId="503"/>
            <ac:grpSpMk id="4" creationId="{476BEDBF-8E83-5400-CD9C-D8A22042AC40}"/>
          </ac:grpSpMkLst>
        </pc:grpChg>
        <pc:grpChg chg="add mod">
          <ac:chgData name="Shang-Wei Lin" userId="d614b8a91a354671" providerId="LiveId" clId="{C4327218-6B19-B142-AF22-5F9DAF7A6BF2}" dt="2022-08-13T15:07:59.999" v="211" actId="1076"/>
          <ac:grpSpMkLst>
            <pc:docMk/>
            <pc:sldMk cId="687177440" sldId="503"/>
            <ac:grpSpMk id="18" creationId="{AB2444CB-2D09-63F4-F533-CFCCED671BC3}"/>
          </ac:grpSpMkLst>
        </pc:grpChg>
      </pc:sldChg>
      <pc:sldChg chg="addSp modSp mod">
        <pc:chgData name="Shang-Wei Lin" userId="d614b8a91a354671" providerId="LiveId" clId="{C4327218-6B19-B142-AF22-5F9DAF7A6BF2}" dt="2022-08-13T15:27:57.106" v="335" actId="20577"/>
        <pc:sldMkLst>
          <pc:docMk/>
          <pc:sldMk cId="637713632" sldId="504"/>
        </pc:sldMkLst>
        <pc:spChg chg="mod">
          <ac:chgData name="Shang-Wei Lin" userId="d614b8a91a354671" providerId="LiveId" clId="{C4327218-6B19-B142-AF22-5F9DAF7A6BF2}" dt="2022-08-13T15:08:24.464" v="212"/>
          <ac:spMkLst>
            <pc:docMk/>
            <pc:sldMk cId="637713632" sldId="504"/>
            <ac:spMk id="5" creationId="{2BA1BF5B-030B-D8DE-BEAF-B8163E2C4E40}"/>
          </ac:spMkLst>
        </pc:spChg>
        <pc:spChg chg="mod">
          <ac:chgData name="Shang-Wei Lin" userId="d614b8a91a354671" providerId="LiveId" clId="{C4327218-6B19-B142-AF22-5F9DAF7A6BF2}" dt="2022-08-13T15:08:24.464" v="212"/>
          <ac:spMkLst>
            <pc:docMk/>
            <pc:sldMk cId="637713632" sldId="504"/>
            <ac:spMk id="6" creationId="{4E3FB4D7-5A5E-0BBE-6EDE-5D282D57C959}"/>
          </ac:spMkLst>
        </pc:spChg>
        <pc:spChg chg="mod">
          <ac:chgData name="Shang-Wei Lin" userId="d614b8a91a354671" providerId="LiveId" clId="{C4327218-6B19-B142-AF22-5F9DAF7A6BF2}" dt="2022-08-13T15:08:24.464" v="212"/>
          <ac:spMkLst>
            <pc:docMk/>
            <pc:sldMk cId="637713632" sldId="504"/>
            <ac:spMk id="7" creationId="{2704E763-4614-9FA6-2AF4-D212B119595E}"/>
          </ac:spMkLst>
        </pc:spChg>
        <pc:spChg chg="mod">
          <ac:chgData name="Shang-Wei Lin" userId="d614b8a91a354671" providerId="LiveId" clId="{C4327218-6B19-B142-AF22-5F9DAF7A6BF2}" dt="2022-08-13T15:08:24.464" v="212"/>
          <ac:spMkLst>
            <pc:docMk/>
            <pc:sldMk cId="637713632" sldId="504"/>
            <ac:spMk id="8" creationId="{38879E75-80CA-A9BD-0A17-95C0321C3444}"/>
          </ac:spMkLst>
        </pc:spChg>
        <pc:spChg chg="mod">
          <ac:chgData name="Shang-Wei Lin" userId="d614b8a91a354671" providerId="LiveId" clId="{C4327218-6B19-B142-AF22-5F9DAF7A6BF2}" dt="2022-08-13T15:08:24.464" v="212"/>
          <ac:spMkLst>
            <pc:docMk/>
            <pc:sldMk cId="637713632" sldId="504"/>
            <ac:spMk id="9" creationId="{1D0100A5-C86B-EBB6-D16D-88910AF5A34E}"/>
          </ac:spMkLst>
        </pc:spChg>
        <pc:spChg chg="mod">
          <ac:chgData name="Shang-Wei Lin" userId="d614b8a91a354671" providerId="LiveId" clId="{C4327218-6B19-B142-AF22-5F9DAF7A6BF2}" dt="2022-08-13T15:08:24.464" v="212"/>
          <ac:spMkLst>
            <pc:docMk/>
            <pc:sldMk cId="637713632" sldId="504"/>
            <ac:spMk id="10" creationId="{3D70B3DF-6730-A09E-10EB-0F288BA71112}"/>
          </ac:spMkLst>
        </pc:spChg>
        <pc:spChg chg="mod">
          <ac:chgData name="Shang-Wei Lin" userId="d614b8a91a354671" providerId="LiveId" clId="{C4327218-6B19-B142-AF22-5F9DAF7A6BF2}" dt="2022-08-13T15:08:24.464" v="212"/>
          <ac:spMkLst>
            <pc:docMk/>
            <pc:sldMk cId="637713632" sldId="504"/>
            <ac:spMk id="11" creationId="{18E5D8EE-CAC8-44ED-11FF-9C9C35B765EC}"/>
          </ac:spMkLst>
        </pc:spChg>
        <pc:spChg chg="mod">
          <ac:chgData name="Shang-Wei Lin" userId="d614b8a91a354671" providerId="LiveId" clId="{C4327218-6B19-B142-AF22-5F9DAF7A6BF2}" dt="2022-08-13T15:27:57.106" v="335" actId="20577"/>
          <ac:spMkLst>
            <pc:docMk/>
            <pc:sldMk cId="637713632" sldId="504"/>
            <ac:spMk id="12" creationId="{1D743DCB-7C7A-2F19-C4C7-6FA835AC2610}"/>
          </ac:spMkLst>
        </pc:spChg>
        <pc:spChg chg="mod">
          <ac:chgData name="Shang-Wei Lin" userId="d614b8a91a354671" providerId="LiveId" clId="{C4327218-6B19-B142-AF22-5F9DAF7A6BF2}" dt="2022-08-13T15:08:24.464" v="212"/>
          <ac:spMkLst>
            <pc:docMk/>
            <pc:sldMk cId="637713632" sldId="504"/>
            <ac:spMk id="13" creationId="{EBE06CF7-67DB-C672-394A-1F6AB8161F8A}"/>
          </ac:spMkLst>
        </pc:spChg>
        <pc:spChg chg="mod">
          <ac:chgData name="Shang-Wei Lin" userId="d614b8a91a354671" providerId="LiveId" clId="{C4327218-6B19-B142-AF22-5F9DAF7A6BF2}" dt="2022-08-13T15:08:24.464" v="212"/>
          <ac:spMkLst>
            <pc:docMk/>
            <pc:sldMk cId="637713632" sldId="504"/>
            <ac:spMk id="14" creationId="{37C2F158-97D2-D224-B81B-27ACFAAFC0B4}"/>
          </ac:spMkLst>
        </pc:spChg>
        <pc:spChg chg="mod">
          <ac:chgData name="Shang-Wei Lin" userId="d614b8a91a354671" providerId="LiveId" clId="{C4327218-6B19-B142-AF22-5F9DAF7A6BF2}" dt="2022-08-13T15:08:24.464" v="212"/>
          <ac:spMkLst>
            <pc:docMk/>
            <pc:sldMk cId="637713632" sldId="504"/>
            <ac:spMk id="15" creationId="{6E446CA6-F8B7-EC9E-83CB-1FED34CB1591}"/>
          </ac:spMkLst>
        </pc:spChg>
        <pc:spChg chg="mod">
          <ac:chgData name="Shang-Wei Lin" userId="d614b8a91a354671" providerId="LiveId" clId="{C4327218-6B19-B142-AF22-5F9DAF7A6BF2}" dt="2022-08-13T15:08:24.464" v="212"/>
          <ac:spMkLst>
            <pc:docMk/>
            <pc:sldMk cId="637713632" sldId="504"/>
            <ac:spMk id="16" creationId="{7B7ACB24-B714-A8F7-5145-DFEC412C856A}"/>
          </ac:spMkLst>
        </pc:spChg>
        <pc:spChg chg="mod">
          <ac:chgData name="Shang-Wei Lin" userId="d614b8a91a354671" providerId="LiveId" clId="{C4327218-6B19-B142-AF22-5F9DAF7A6BF2}" dt="2022-08-13T15:08:24.464" v="212"/>
          <ac:spMkLst>
            <pc:docMk/>
            <pc:sldMk cId="637713632" sldId="504"/>
            <ac:spMk id="17" creationId="{CCDD28E4-53BB-2FB8-E94D-9757A4BA859D}"/>
          </ac:spMkLst>
        </pc:spChg>
        <pc:grpChg chg="add mod">
          <ac:chgData name="Shang-Wei Lin" userId="d614b8a91a354671" providerId="LiveId" clId="{C4327218-6B19-B142-AF22-5F9DAF7A6BF2}" dt="2022-08-13T15:08:24.464" v="212"/>
          <ac:grpSpMkLst>
            <pc:docMk/>
            <pc:sldMk cId="637713632" sldId="504"/>
            <ac:grpSpMk id="4" creationId="{F2EB3AEA-4279-65C0-00C6-7899E9FAD77E}"/>
          </ac:grpSpMkLst>
        </pc:grpChg>
      </pc:sldChg>
      <pc:sldChg chg="addSp modSp mod">
        <pc:chgData name="Shang-Wei Lin" userId="d614b8a91a354671" providerId="LiveId" clId="{C4327218-6B19-B142-AF22-5F9DAF7A6BF2}" dt="2022-08-13T15:28:02.630" v="337" actId="20577"/>
        <pc:sldMkLst>
          <pc:docMk/>
          <pc:sldMk cId="1289966201" sldId="505"/>
        </pc:sldMkLst>
        <pc:spChg chg="mod">
          <ac:chgData name="Shang-Wei Lin" userId="d614b8a91a354671" providerId="LiveId" clId="{C4327218-6B19-B142-AF22-5F9DAF7A6BF2}" dt="2022-08-13T15:08:26.758" v="213"/>
          <ac:spMkLst>
            <pc:docMk/>
            <pc:sldMk cId="1289966201" sldId="505"/>
            <ac:spMk id="5" creationId="{4001CCA2-2058-1968-7EF7-0A194DC069C0}"/>
          </ac:spMkLst>
        </pc:spChg>
        <pc:spChg chg="mod">
          <ac:chgData name="Shang-Wei Lin" userId="d614b8a91a354671" providerId="LiveId" clId="{C4327218-6B19-B142-AF22-5F9DAF7A6BF2}" dt="2022-08-13T15:08:26.758" v="213"/>
          <ac:spMkLst>
            <pc:docMk/>
            <pc:sldMk cId="1289966201" sldId="505"/>
            <ac:spMk id="6" creationId="{849A0D27-61BF-1C81-FE1E-689095D40D42}"/>
          </ac:spMkLst>
        </pc:spChg>
        <pc:spChg chg="mod">
          <ac:chgData name="Shang-Wei Lin" userId="d614b8a91a354671" providerId="LiveId" clId="{C4327218-6B19-B142-AF22-5F9DAF7A6BF2}" dt="2022-08-13T15:08:26.758" v="213"/>
          <ac:spMkLst>
            <pc:docMk/>
            <pc:sldMk cId="1289966201" sldId="505"/>
            <ac:spMk id="7" creationId="{859B3E72-C546-329E-A681-A8F7B1AD3EE5}"/>
          </ac:spMkLst>
        </pc:spChg>
        <pc:spChg chg="mod">
          <ac:chgData name="Shang-Wei Lin" userId="d614b8a91a354671" providerId="LiveId" clId="{C4327218-6B19-B142-AF22-5F9DAF7A6BF2}" dt="2022-08-13T15:08:26.758" v="213"/>
          <ac:spMkLst>
            <pc:docMk/>
            <pc:sldMk cId="1289966201" sldId="505"/>
            <ac:spMk id="8" creationId="{ABADE542-BC3A-F245-6DAD-C0C2D662F8B5}"/>
          </ac:spMkLst>
        </pc:spChg>
        <pc:spChg chg="mod">
          <ac:chgData name="Shang-Wei Lin" userId="d614b8a91a354671" providerId="LiveId" clId="{C4327218-6B19-B142-AF22-5F9DAF7A6BF2}" dt="2022-08-13T15:08:26.758" v="213"/>
          <ac:spMkLst>
            <pc:docMk/>
            <pc:sldMk cId="1289966201" sldId="505"/>
            <ac:spMk id="9" creationId="{A7694E52-555D-BF4A-FA4F-0357B7AE8C14}"/>
          </ac:spMkLst>
        </pc:spChg>
        <pc:spChg chg="mod">
          <ac:chgData name="Shang-Wei Lin" userId="d614b8a91a354671" providerId="LiveId" clId="{C4327218-6B19-B142-AF22-5F9DAF7A6BF2}" dt="2022-08-13T15:08:26.758" v="213"/>
          <ac:spMkLst>
            <pc:docMk/>
            <pc:sldMk cId="1289966201" sldId="505"/>
            <ac:spMk id="10" creationId="{BCBC30A4-91AA-D885-0887-44A8C2C06413}"/>
          </ac:spMkLst>
        </pc:spChg>
        <pc:spChg chg="mod">
          <ac:chgData name="Shang-Wei Lin" userId="d614b8a91a354671" providerId="LiveId" clId="{C4327218-6B19-B142-AF22-5F9DAF7A6BF2}" dt="2022-08-13T15:08:26.758" v="213"/>
          <ac:spMkLst>
            <pc:docMk/>
            <pc:sldMk cId="1289966201" sldId="505"/>
            <ac:spMk id="11" creationId="{1AB2AF09-8720-9AE1-AE8D-2C5BCD09935D}"/>
          </ac:spMkLst>
        </pc:spChg>
        <pc:spChg chg="mod">
          <ac:chgData name="Shang-Wei Lin" userId="d614b8a91a354671" providerId="LiveId" clId="{C4327218-6B19-B142-AF22-5F9DAF7A6BF2}" dt="2022-08-13T15:28:02.630" v="337" actId="20577"/>
          <ac:spMkLst>
            <pc:docMk/>
            <pc:sldMk cId="1289966201" sldId="505"/>
            <ac:spMk id="12" creationId="{F0D7D3E5-A6DE-A55F-CCAE-1B0194064BD6}"/>
          </ac:spMkLst>
        </pc:spChg>
        <pc:spChg chg="mod">
          <ac:chgData name="Shang-Wei Lin" userId="d614b8a91a354671" providerId="LiveId" clId="{C4327218-6B19-B142-AF22-5F9DAF7A6BF2}" dt="2022-08-13T15:08:26.758" v="213"/>
          <ac:spMkLst>
            <pc:docMk/>
            <pc:sldMk cId="1289966201" sldId="505"/>
            <ac:spMk id="13" creationId="{FE9B3E9E-9F29-A5F5-13C6-7A0A2ECD225E}"/>
          </ac:spMkLst>
        </pc:spChg>
        <pc:spChg chg="mod">
          <ac:chgData name="Shang-Wei Lin" userId="d614b8a91a354671" providerId="LiveId" clId="{C4327218-6B19-B142-AF22-5F9DAF7A6BF2}" dt="2022-08-13T15:08:26.758" v="213"/>
          <ac:spMkLst>
            <pc:docMk/>
            <pc:sldMk cId="1289966201" sldId="505"/>
            <ac:spMk id="14" creationId="{9F1FE8D0-4886-5050-60FB-90030DAB25D5}"/>
          </ac:spMkLst>
        </pc:spChg>
        <pc:spChg chg="mod">
          <ac:chgData name="Shang-Wei Lin" userId="d614b8a91a354671" providerId="LiveId" clId="{C4327218-6B19-B142-AF22-5F9DAF7A6BF2}" dt="2022-08-13T15:08:26.758" v="213"/>
          <ac:spMkLst>
            <pc:docMk/>
            <pc:sldMk cId="1289966201" sldId="505"/>
            <ac:spMk id="15" creationId="{16C08604-C7E7-A44F-7070-A9658A773E26}"/>
          </ac:spMkLst>
        </pc:spChg>
        <pc:spChg chg="mod">
          <ac:chgData name="Shang-Wei Lin" userId="d614b8a91a354671" providerId="LiveId" clId="{C4327218-6B19-B142-AF22-5F9DAF7A6BF2}" dt="2022-08-13T15:08:26.758" v="213"/>
          <ac:spMkLst>
            <pc:docMk/>
            <pc:sldMk cId="1289966201" sldId="505"/>
            <ac:spMk id="16" creationId="{7802CF27-1DF6-94F9-7DEF-60F0B1F24AF5}"/>
          </ac:spMkLst>
        </pc:spChg>
        <pc:spChg chg="mod">
          <ac:chgData name="Shang-Wei Lin" userId="d614b8a91a354671" providerId="LiveId" clId="{C4327218-6B19-B142-AF22-5F9DAF7A6BF2}" dt="2022-08-13T15:08:26.758" v="213"/>
          <ac:spMkLst>
            <pc:docMk/>
            <pc:sldMk cId="1289966201" sldId="505"/>
            <ac:spMk id="17" creationId="{90417156-75DC-E211-28EC-700AEF66DDC2}"/>
          </ac:spMkLst>
        </pc:spChg>
        <pc:spChg chg="add mod">
          <ac:chgData name="Shang-Wei Lin" userId="d614b8a91a354671" providerId="LiveId" clId="{C4327218-6B19-B142-AF22-5F9DAF7A6BF2}" dt="2022-08-13T15:12:16.472" v="237" actId="164"/>
          <ac:spMkLst>
            <pc:docMk/>
            <pc:sldMk cId="1289966201" sldId="505"/>
            <ac:spMk id="23" creationId="{0E88671C-B27B-76EB-FE7C-E1FAF042A6F1}"/>
          </ac:spMkLst>
        </pc:spChg>
        <pc:grpChg chg="add mod">
          <ac:chgData name="Shang-Wei Lin" userId="d614b8a91a354671" providerId="LiveId" clId="{C4327218-6B19-B142-AF22-5F9DAF7A6BF2}" dt="2022-08-13T15:12:16.472" v="237" actId="164"/>
          <ac:grpSpMkLst>
            <pc:docMk/>
            <pc:sldMk cId="1289966201" sldId="505"/>
            <ac:grpSpMk id="4" creationId="{341CFBB9-8139-DBD2-87C9-02F86DDF86DD}"/>
          </ac:grpSpMkLst>
        </pc:grpChg>
        <pc:grpChg chg="add mod">
          <ac:chgData name="Shang-Wei Lin" userId="d614b8a91a354671" providerId="LiveId" clId="{C4327218-6B19-B142-AF22-5F9DAF7A6BF2}" dt="2022-08-13T15:12:16.472" v="237" actId="164"/>
          <ac:grpSpMkLst>
            <pc:docMk/>
            <pc:sldMk cId="1289966201" sldId="505"/>
            <ac:grpSpMk id="24" creationId="{EA0BB4E7-C87C-2AFB-83A3-633E82795E9F}"/>
          </ac:grpSpMkLst>
        </pc:grpChg>
        <pc:cxnChg chg="add mod">
          <ac:chgData name="Shang-Wei Lin" userId="d614b8a91a354671" providerId="LiveId" clId="{C4327218-6B19-B142-AF22-5F9DAF7A6BF2}" dt="2022-08-13T15:12:16.472" v="237" actId="164"/>
          <ac:cxnSpMkLst>
            <pc:docMk/>
            <pc:sldMk cId="1289966201" sldId="505"/>
            <ac:cxnSpMk id="19" creationId="{6EBCAD6F-C357-177E-4187-E41F9F98301F}"/>
          </ac:cxnSpMkLst>
        </pc:cxnChg>
        <pc:cxnChg chg="add mod">
          <ac:chgData name="Shang-Wei Lin" userId="d614b8a91a354671" providerId="LiveId" clId="{C4327218-6B19-B142-AF22-5F9DAF7A6BF2}" dt="2022-08-13T15:12:16.472" v="237" actId="164"/>
          <ac:cxnSpMkLst>
            <pc:docMk/>
            <pc:sldMk cId="1289966201" sldId="505"/>
            <ac:cxnSpMk id="20" creationId="{4CBE7C47-2CB1-2B18-E21A-C9CE2DF4E7A5}"/>
          </ac:cxnSpMkLst>
        </pc:cxnChg>
        <pc:cxnChg chg="add mod">
          <ac:chgData name="Shang-Wei Lin" userId="d614b8a91a354671" providerId="LiveId" clId="{C4327218-6B19-B142-AF22-5F9DAF7A6BF2}" dt="2022-08-13T15:12:16.472" v="237" actId="164"/>
          <ac:cxnSpMkLst>
            <pc:docMk/>
            <pc:sldMk cId="1289966201" sldId="505"/>
            <ac:cxnSpMk id="22" creationId="{6276A31B-11D7-73C9-D105-89D17B051453}"/>
          </ac:cxnSpMkLst>
        </pc:cxnChg>
      </pc:sldChg>
      <pc:sldChg chg="addSp modSp mod">
        <pc:chgData name="Shang-Wei Lin" userId="d614b8a91a354671" providerId="LiveId" clId="{C4327218-6B19-B142-AF22-5F9DAF7A6BF2}" dt="2022-08-13T15:28:07.592" v="339" actId="20577"/>
        <pc:sldMkLst>
          <pc:docMk/>
          <pc:sldMk cId="497221234" sldId="506"/>
        </pc:sldMkLst>
        <pc:spChg chg="mod">
          <ac:chgData name="Shang-Wei Lin" userId="d614b8a91a354671" providerId="LiveId" clId="{C4327218-6B19-B142-AF22-5F9DAF7A6BF2}" dt="2022-08-13T15:13:19.844" v="238"/>
          <ac:spMkLst>
            <pc:docMk/>
            <pc:sldMk cId="497221234" sldId="506"/>
            <ac:spMk id="9" creationId="{B89D6C06-3BB9-71D6-6C9D-BB79525A179D}"/>
          </ac:spMkLst>
        </pc:spChg>
        <pc:spChg chg="mod">
          <ac:chgData name="Shang-Wei Lin" userId="d614b8a91a354671" providerId="LiveId" clId="{C4327218-6B19-B142-AF22-5F9DAF7A6BF2}" dt="2022-08-13T15:13:19.844" v="238"/>
          <ac:spMkLst>
            <pc:docMk/>
            <pc:sldMk cId="497221234" sldId="506"/>
            <ac:spMk id="10" creationId="{6E381AB4-D25F-99A3-DCC6-A75CBC1E6D48}"/>
          </ac:spMkLst>
        </pc:spChg>
        <pc:spChg chg="mod">
          <ac:chgData name="Shang-Wei Lin" userId="d614b8a91a354671" providerId="LiveId" clId="{C4327218-6B19-B142-AF22-5F9DAF7A6BF2}" dt="2022-08-13T15:13:19.844" v="238"/>
          <ac:spMkLst>
            <pc:docMk/>
            <pc:sldMk cId="497221234" sldId="506"/>
            <ac:spMk id="11" creationId="{C260135D-E277-5E8F-0FB1-82C9CEF09003}"/>
          </ac:spMkLst>
        </pc:spChg>
        <pc:spChg chg="mod">
          <ac:chgData name="Shang-Wei Lin" userId="d614b8a91a354671" providerId="LiveId" clId="{C4327218-6B19-B142-AF22-5F9DAF7A6BF2}" dt="2022-08-13T15:13:19.844" v="238"/>
          <ac:spMkLst>
            <pc:docMk/>
            <pc:sldMk cId="497221234" sldId="506"/>
            <ac:spMk id="12" creationId="{3D1DAE37-F6C8-0C8B-5429-291F7319A7BC}"/>
          </ac:spMkLst>
        </pc:spChg>
        <pc:spChg chg="mod">
          <ac:chgData name="Shang-Wei Lin" userId="d614b8a91a354671" providerId="LiveId" clId="{C4327218-6B19-B142-AF22-5F9DAF7A6BF2}" dt="2022-08-13T15:13:19.844" v="238"/>
          <ac:spMkLst>
            <pc:docMk/>
            <pc:sldMk cId="497221234" sldId="506"/>
            <ac:spMk id="13" creationId="{5C37F2E6-8F23-789A-73A7-11D6F73B1ADE}"/>
          </ac:spMkLst>
        </pc:spChg>
        <pc:spChg chg="mod">
          <ac:chgData name="Shang-Wei Lin" userId="d614b8a91a354671" providerId="LiveId" clId="{C4327218-6B19-B142-AF22-5F9DAF7A6BF2}" dt="2022-08-13T15:13:19.844" v="238"/>
          <ac:spMkLst>
            <pc:docMk/>
            <pc:sldMk cId="497221234" sldId="506"/>
            <ac:spMk id="14" creationId="{0784EF66-6070-3CCB-724B-47A0A583462A}"/>
          </ac:spMkLst>
        </pc:spChg>
        <pc:spChg chg="mod">
          <ac:chgData name="Shang-Wei Lin" userId="d614b8a91a354671" providerId="LiveId" clId="{C4327218-6B19-B142-AF22-5F9DAF7A6BF2}" dt="2022-08-13T15:13:19.844" v="238"/>
          <ac:spMkLst>
            <pc:docMk/>
            <pc:sldMk cId="497221234" sldId="506"/>
            <ac:spMk id="15" creationId="{550EE7F8-CD83-693A-957D-05964DBC1DBE}"/>
          </ac:spMkLst>
        </pc:spChg>
        <pc:spChg chg="mod">
          <ac:chgData name="Shang-Wei Lin" userId="d614b8a91a354671" providerId="LiveId" clId="{C4327218-6B19-B142-AF22-5F9DAF7A6BF2}" dt="2022-08-13T15:13:19.844" v="238"/>
          <ac:spMkLst>
            <pc:docMk/>
            <pc:sldMk cId="497221234" sldId="506"/>
            <ac:spMk id="16" creationId="{E6E69433-CED3-4800-A932-8DE77947A252}"/>
          </ac:spMkLst>
        </pc:spChg>
        <pc:spChg chg="mod">
          <ac:chgData name="Shang-Wei Lin" userId="d614b8a91a354671" providerId="LiveId" clId="{C4327218-6B19-B142-AF22-5F9DAF7A6BF2}" dt="2022-08-13T15:28:07.592" v="339" actId="20577"/>
          <ac:spMkLst>
            <pc:docMk/>
            <pc:sldMk cId="497221234" sldId="506"/>
            <ac:spMk id="17" creationId="{9DEFBAE9-AD1B-F8A3-E23A-6A7C647DE26F}"/>
          </ac:spMkLst>
        </pc:spChg>
        <pc:spChg chg="mod">
          <ac:chgData name="Shang-Wei Lin" userId="d614b8a91a354671" providerId="LiveId" clId="{C4327218-6B19-B142-AF22-5F9DAF7A6BF2}" dt="2022-08-13T15:13:19.844" v="238"/>
          <ac:spMkLst>
            <pc:docMk/>
            <pc:sldMk cId="497221234" sldId="506"/>
            <ac:spMk id="18" creationId="{DF136422-85FE-BC79-CAF4-474C932F3709}"/>
          </ac:spMkLst>
        </pc:spChg>
        <pc:spChg chg="mod">
          <ac:chgData name="Shang-Wei Lin" userId="d614b8a91a354671" providerId="LiveId" clId="{C4327218-6B19-B142-AF22-5F9DAF7A6BF2}" dt="2022-08-13T15:13:19.844" v="238"/>
          <ac:spMkLst>
            <pc:docMk/>
            <pc:sldMk cId="497221234" sldId="506"/>
            <ac:spMk id="19" creationId="{0F88A349-4E51-0EAB-74A4-3284929D8260}"/>
          </ac:spMkLst>
        </pc:spChg>
        <pc:spChg chg="mod">
          <ac:chgData name="Shang-Wei Lin" userId="d614b8a91a354671" providerId="LiveId" clId="{C4327218-6B19-B142-AF22-5F9DAF7A6BF2}" dt="2022-08-13T15:13:19.844" v="238"/>
          <ac:spMkLst>
            <pc:docMk/>
            <pc:sldMk cId="497221234" sldId="506"/>
            <ac:spMk id="20" creationId="{0A84273C-91F1-1231-6A0F-65D0191E9E9E}"/>
          </ac:spMkLst>
        </pc:spChg>
        <pc:spChg chg="mod">
          <ac:chgData name="Shang-Wei Lin" userId="d614b8a91a354671" providerId="LiveId" clId="{C4327218-6B19-B142-AF22-5F9DAF7A6BF2}" dt="2022-08-13T15:13:19.844" v="238"/>
          <ac:spMkLst>
            <pc:docMk/>
            <pc:sldMk cId="497221234" sldId="506"/>
            <ac:spMk id="21" creationId="{53B5C329-CE87-9712-DC79-5F37D8B8E743}"/>
          </ac:spMkLst>
        </pc:spChg>
        <pc:spChg chg="mod">
          <ac:chgData name="Shang-Wei Lin" userId="d614b8a91a354671" providerId="LiveId" clId="{C4327218-6B19-B142-AF22-5F9DAF7A6BF2}" dt="2022-08-13T15:13:19.844" v="238"/>
          <ac:spMkLst>
            <pc:docMk/>
            <pc:sldMk cId="497221234" sldId="506"/>
            <ac:spMk id="22" creationId="{429C790F-49CC-7A05-4191-91192EDED1CF}"/>
          </ac:spMkLst>
        </pc:spChg>
        <pc:grpChg chg="add mod">
          <ac:chgData name="Shang-Wei Lin" userId="d614b8a91a354671" providerId="LiveId" clId="{C4327218-6B19-B142-AF22-5F9DAF7A6BF2}" dt="2022-08-13T15:13:19.844" v="238"/>
          <ac:grpSpMkLst>
            <pc:docMk/>
            <pc:sldMk cId="497221234" sldId="506"/>
            <ac:grpSpMk id="4" creationId="{D7B3229A-5F81-AE7D-D31C-699FF332E91A}"/>
          </ac:grpSpMkLst>
        </pc:grpChg>
        <pc:grpChg chg="mod">
          <ac:chgData name="Shang-Wei Lin" userId="d614b8a91a354671" providerId="LiveId" clId="{C4327218-6B19-B142-AF22-5F9DAF7A6BF2}" dt="2022-08-13T15:13:19.844" v="238"/>
          <ac:grpSpMkLst>
            <pc:docMk/>
            <pc:sldMk cId="497221234" sldId="506"/>
            <ac:grpSpMk id="5" creationId="{494AF3F3-EC74-92BD-5526-5F163B69A8E1}"/>
          </ac:grpSpMkLst>
        </pc:grpChg>
        <pc:cxnChg chg="mod">
          <ac:chgData name="Shang-Wei Lin" userId="d614b8a91a354671" providerId="LiveId" clId="{C4327218-6B19-B142-AF22-5F9DAF7A6BF2}" dt="2022-08-13T15:13:19.844" v="238"/>
          <ac:cxnSpMkLst>
            <pc:docMk/>
            <pc:sldMk cId="497221234" sldId="506"/>
            <ac:cxnSpMk id="6" creationId="{91404F69-10C6-1ABE-6D67-AD97DB689994}"/>
          </ac:cxnSpMkLst>
        </pc:cxnChg>
        <pc:cxnChg chg="mod">
          <ac:chgData name="Shang-Wei Lin" userId="d614b8a91a354671" providerId="LiveId" clId="{C4327218-6B19-B142-AF22-5F9DAF7A6BF2}" dt="2022-08-13T15:13:19.844" v="238"/>
          <ac:cxnSpMkLst>
            <pc:docMk/>
            <pc:sldMk cId="497221234" sldId="506"/>
            <ac:cxnSpMk id="7" creationId="{833696C1-2CF3-9C28-D73C-A8B77BA2B106}"/>
          </ac:cxnSpMkLst>
        </pc:cxnChg>
        <pc:cxnChg chg="mod">
          <ac:chgData name="Shang-Wei Lin" userId="d614b8a91a354671" providerId="LiveId" clId="{C4327218-6B19-B142-AF22-5F9DAF7A6BF2}" dt="2022-08-13T15:13:19.844" v="238"/>
          <ac:cxnSpMkLst>
            <pc:docMk/>
            <pc:sldMk cId="497221234" sldId="506"/>
            <ac:cxnSpMk id="8" creationId="{9A03B41A-F1F2-4E0D-1A2C-0790E579709D}"/>
          </ac:cxnSpMkLst>
        </pc:cxnChg>
      </pc:sldChg>
      <pc:sldChg chg="addSp delSp modSp mod">
        <pc:chgData name="Shang-Wei Lin" userId="d614b8a91a354671" providerId="LiveId" clId="{C4327218-6B19-B142-AF22-5F9DAF7A6BF2}" dt="2022-08-13T15:28:17.185" v="341" actId="20577"/>
        <pc:sldMkLst>
          <pc:docMk/>
          <pc:sldMk cId="2981236142" sldId="507"/>
        </pc:sldMkLst>
        <pc:spChg chg="mod">
          <ac:chgData name="Shang-Wei Lin" userId="d614b8a91a354671" providerId="LiveId" clId="{C4327218-6B19-B142-AF22-5F9DAF7A6BF2}" dt="2022-08-13T15:15:43.903" v="254" actId="1076"/>
          <ac:spMkLst>
            <pc:docMk/>
            <pc:sldMk cId="2981236142" sldId="507"/>
            <ac:spMk id="3" creationId="{00000000-0000-0000-0000-000000000000}"/>
          </ac:spMkLst>
        </pc:spChg>
        <pc:spChg chg="del mod topLvl">
          <ac:chgData name="Shang-Wei Lin" userId="d614b8a91a354671" providerId="LiveId" clId="{C4327218-6B19-B142-AF22-5F9DAF7A6BF2}" dt="2022-08-13T15:13:50.119" v="242" actId="478"/>
          <ac:spMkLst>
            <pc:docMk/>
            <pc:sldMk cId="2981236142" sldId="507"/>
            <ac:spMk id="9" creationId="{1C482D05-DFB5-2165-7669-ACD19AD82F2F}"/>
          </ac:spMkLst>
        </pc:spChg>
        <pc:spChg chg="mod topLvl">
          <ac:chgData name="Shang-Wei Lin" userId="d614b8a91a354671" providerId="LiveId" clId="{C4327218-6B19-B142-AF22-5F9DAF7A6BF2}" dt="2022-08-13T15:15:07.091" v="252" actId="164"/>
          <ac:spMkLst>
            <pc:docMk/>
            <pc:sldMk cId="2981236142" sldId="507"/>
            <ac:spMk id="10" creationId="{82274F41-CF81-E684-E20F-E75C1DE10363}"/>
          </ac:spMkLst>
        </pc:spChg>
        <pc:spChg chg="mod topLvl">
          <ac:chgData name="Shang-Wei Lin" userId="d614b8a91a354671" providerId="LiveId" clId="{C4327218-6B19-B142-AF22-5F9DAF7A6BF2}" dt="2022-08-13T15:15:07.091" v="252" actId="164"/>
          <ac:spMkLst>
            <pc:docMk/>
            <pc:sldMk cId="2981236142" sldId="507"/>
            <ac:spMk id="11" creationId="{CACDDAAC-836D-25F3-536B-F0573E938420}"/>
          </ac:spMkLst>
        </pc:spChg>
        <pc:spChg chg="mod topLvl">
          <ac:chgData name="Shang-Wei Lin" userId="d614b8a91a354671" providerId="LiveId" clId="{C4327218-6B19-B142-AF22-5F9DAF7A6BF2}" dt="2022-08-13T15:15:07.091" v="252" actId="164"/>
          <ac:spMkLst>
            <pc:docMk/>
            <pc:sldMk cId="2981236142" sldId="507"/>
            <ac:spMk id="12" creationId="{97B20614-8A49-F0F9-EBBC-E921F0327B1E}"/>
          </ac:spMkLst>
        </pc:spChg>
        <pc:spChg chg="mod topLvl">
          <ac:chgData name="Shang-Wei Lin" userId="d614b8a91a354671" providerId="LiveId" clId="{C4327218-6B19-B142-AF22-5F9DAF7A6BF2}" dt="2022-08-13T15:15:07.091" v="252" actId="164"/>
          <ac:spMkLst>
            <pc:docMk/>
            <pc:sldMk cId="2981236142" sldId="507"/>
            <ac:spMk id="13" creationId="{95FBF054-D1A0-3A6C-669A-02FBA7D3E34D}"/>
          </ac:spMkLst>
        </pc:spChg>
        <pc:spChg chg="mod topLvl">
          <ac:chgData name="Shang-Wei Lin" userId="d614b8a91a354671" providerId="LiveId" clId="{C4327218-6B19-B142-AF22-5F9DAF7A6BF2}" dt="2022-08-13T15:15:07.091" v="252" actId="164"/>
          <ac:spMkLst>
            <pc:docMk/>
            <pc:sldMk cId="2981236142" sldId="507"/>
            <ac:spMk id="14" creationId="{5D958B50-B1C4-1C56-3315-DEAD0C8B013B}"/>
          </ac:spMkLst>
        </pc:spChg>
        <pc:spChg chg="mod topLvl">
          <ac:chgData name="Shang-Wei Lin" userId="d614b8a91a354671" providerId="LiveId" clId="{C4327218-6B19-B142-AF22-5F9DAF7A6BF2}" dt="2022-08-13T15:15:07.091" v="252" actId="164"/>
          <ac:spMkLst>
            <pc:docMk/>
            <pc:sldMk cId="2981236142" sldId="507"/>
            <ac:spMk id="15" creationId="{506C2099-0988-C0E2-E025-9856A7B9699E}"/>
          </ac:spMkLst>
        </pc:spChg>
        <pc:spChg chg="mod topLvl">
          <ac:chgData name="Shang-Wei Lin" userId="d614b8a91a354671" providerId="LiveId" clId="{C4327218-6B19-B142-AF22-5F9DAF7A6BF2}" dt="2022-08-13T15:15:07.091" v="252" actId="164"/>
          <ac:spMkLst>
            <pc:docMk/>
            <pc:sldMk cId="2981236142" sldId="507"/>
            <ac:spMk id="16" creationId="{8A5ED8F0-62D9-6D6C-0275-84BFDC4FA3EE}"/>
          </ac:spMkLst>
        </pc:spChg>
        <pc:spChg chg="mod topLvl">
          <ac:chgData name="Shang-Wei Lin" userId="d614b8a91a354671" providerId="LiveId" clId="{C4327218-6B19-B142-AF22-5F9DAF7A6BF2}" dt="2022-08-13T15:28:17.185" v="341" actId="20577"/>
          <ac:spMkLst>
            <pc:docMk/>
            <pc:sldMk cId="2981236142" sldId="507"/>
            <ac:spMk id="17" creationId="{FD1FCE55-84AA-DF57-033D-2C6F1924346F}"/>
          </ac:spMkLst>
        </pc:spChg>
        <pc:spChg chg="mod topLvl">
          <ac:chgData name="Shang-Wei Lin" userId="d614b8a91a354671" providerId="LiveId" clId="{C4327218-6B19-B142-AF22-5F9DAF7A6BF2}" dt="2022-08-13T15:15:07.091" v="252" actId="164"/>
          <ac:spMkLst>
            <pc:docMk/>
            <pc:sldMk cId="2981236142" sldId="507"/>
            <ac:spMk id="18" creationId="{C51E0545-2592-DA71-2190-B90980CC7215}"/>
          </ac:spMkLst>
        </pc:spChg>
        <pc:spChg chg="mod topLvl">
          <ac:chgData name="Shang-Wei Lin" userId="d614b8a91a354671" providerId="LiveId" clId="{C4327218-6B19-B142-AF22-5F9DAF7A6BF2}" dt="2022-08-13T15:15:07.091" v="252" actId="164"/>
          <ac:spMkLst>
            <pc:docMk/>
            <pc:sldMk cId="2981236142" sldId="507"/>
            <ac:spMk id="19" creationId="{F07764EE-C162-C953-BDDC-7034E87693DC}"/>
          </ac:spMkLst>
        </pc:spChg>
        <pc:spChg chg="mod topLvl">
          <ac:chgData name="Shang-Wei Lin" userId="d614b8a91a354671" providerId="LiveId" clId="{C4327218-6B19-B142-AF22-5F9DAF7A6BF2}" dt="2022-08-13T15:15:07.091" v="252" actId="164"/>
          <ac:spMkLst>
            <pc:docMk/>
            <pc:sldMk cId="2981236142" sldId="507"/>
            <ac:spMk id="20" creationId="{95F33A14-CF5B-CF4C-4FE3-D68E542D53F3}"/>
          </ac:spMkLst>
        </pc:spChg>
        <pc:spChg chg="mod topLvl">
          <ac:chgData name="Shang-Wei Lin" userId="d614b8a91a354671" providerId="LiveId" clId="{C4327218-6B19-B142-AF22-5F9DAF7A6BF2}" dt="2022-08-13T15:15:07.091" v="252" actId="164"/>
          <ac:spMkLst>
            <pc:docMk/>
            <pc:sldMk cId="2981236142" sldId="507"/>
            <ac:spMk id="21" creationId="{A9453B73-B0F3-247E-911B-A7EA1F43F982}"/>
          </ac:spMkLst>
        </pc:spChg>
        <pc:spChg chg="mod topLvl">
          <ac:chgData name="Shang-Wei Lin" userId="d614b8a91a354671" providerId="LiveId" clId="{C4327218-6B19-B142-AF22-5F9DAF7A6BF2}" dt="2022-08-13T15:15:07.091" v="252" actId="164"/>
          <ac:spMkLst>
            <pc:docMk/>
            <pc:sldMk cId="2981236142" sldId="507"/>
            <ac:spMk id="22" creationId="{1EE02367-D28C-06B2-A85C-FCAFAAD5DDCD}"/>
          </ac:spMkLst>
        </pc:spChg>
        <pc:grpChg chg="add del mod">
          <ac:chgData name="Shang-Wei Lin" userId="d614b8a91a354671" providerId="LiveId" clId="{C4327218-6B19-B142-AF22-5F9DAF7A6BF2}" dt="2022-08-13T15:13:45.387" v="240" actId="165"/>
          <ac:grpSpMkLst>
            <pc:docMk/>
            <pc:sldMk cId="2981236142" sldId="507"/>
            <ac:grpSpMk id="4" creationId="{A86165EC-A220-04F2-DB2F-CBFA5D390B03}"/>
          </ac:grpSpMkLst>
        </pc:grpChg>
        <pc:grpChg chg="del mod topLvl">
          <ac:chgData name="Shang-Wei Lin" userId="d614b8a91a354671" providerId="LiveId" clId="{C4327218-6B19-B142-AF22-5F9DAF7A6BF2}" dt="2022-08-13T15:14:50.032" v="250" actId="165"/>
          <ac:grpSpMkLst>
            <pc:docMk/>
            <pc:sldMk cId="2981236142" sldId="507"/>
            <ac:grpSpMk id="5" creationId="{6C0C7033-C894-52D8-E096-583FA56D154C}"/>
          </ac:grpSpMkLst>
        </pc:grpChg>
        <pc:grpChg chg="add mod">
          <ac:chgData name="Shang-Wei Lin" userId="d614b8a91a354671" providerId="LiveId" clId="{C4327218-6B19-B142-AF22-5F9DAF7A6BF2}" dt="2022-08-13T15:15:07.091" v="252" actId="164"/>
          <ac:grpSpMkLst>
            <pc:docMk/>
            <pc:sldMk cId="2981236142" sldId="507"/>
            <ac:grpSpMk id="23" creationId="{38A713EA-8C56-82D2-B53E-0A10B9513EE8}"/>
          </ac:grpSpMkLst>
        </pc:grpChg>
        <pc:cxnChg chg="del mod topLvl">
          <ac:chgData name="Shang-Wei Lin" userId="d614b8a91a354671" providerId="LiveId" clId="{C4327218-6B19-B142-AF22-5F9DAF7A6BF2}" dt="2022-08-13T15:13:51.164" v="243" actId="478"/>
          <ac:cxnSpMkLst>
            <pc:docMk/>
            <pc:sldMk cId="2981236142" sldId="507"/>
            <ac:cxnSpMk id="6" creationId="{6EA8CA24-9AD6-8D82-8753-C0D25EDF95FF}"/>
          </ac:cxnSpMkLst>
        </pc:cxnChg>
        <pc:cxnChg chg="del mod topLvl">
          <ac:chgData name="Shang-Wei Lin" userId="d614b8a91a354671" providerId="LiveId" clId="{C4327218-6B19-B142-AF22-5F9DAF7A6BF2}" dt="2022-08-13T15:13:52.130" v="244" actId="478"/>
          <ac:cxnSpMkLst>
            <pc:docMk/>
            <pc:sldMk cId="2981236142" sldId="507"/>
            <ac:cxnSpMk id="7" creationId="{165E2347-11FA-B247-87DC-00387CA54F2D}"/>
          </ac:cxnSpMkLst>
        </pc:cxnChg>
        <pc:cxnChg chg="del mod topLvl">
          <ac:chgData name="Shang-Wei Lin" userId="d614b8a91a354671" providerId="LiveId" clId="{C4327218-6B19-B142-AF22-5F9DAF7A6BF2}" dt="2022-08-13T15:13:48.390" v="241" actId="478"/>
          <ac:cxnSpMkLst>
            <pc:docMk/>
            <pc:sldMk cId="2981236142" sldId="507"/>
            <ac:cxnSpMk id="8" creationId="{3EF2B145-B9CB-A578-3E94-F5776AB3EB74}"/>
          </ac:cxnSpMkLst>
        </pc:cxnChg>
      </pc:sldChg>
      <pc:sldChg chg="addSp delSp modSp mod">
        <pc:chgData name="Shang-Wei Lin" userId="d614b8a91a354671" providerId="LiveId" clId="{C4327218-6B19-B142-AF22-5F9DAF7A6BF2}" dt="2022-08-13T15:27:32.410" v="327" actId="20577"/>
        <pc:sldMkLst>
          <pc:docMk/>
          <pc:sldMk cId="416300041" sldId="508"/>
        </pc:sldMkLst>
        <pc:spChg chg="mod topLvl">
          <ac:chgData name="Shang-Wei Lin" userId="d614b8a91a354671" providerId="LiveId" clId="{C4327218-6B19-B142-AF22-5F9DAF7A6BF2}" dt="2022-08-13T15:21:18.740" v="279" actId="164"/>
          <ac:spMkLst>
            <pc:docMk/>
            <pc:sldMk cId="416300041" sldId="508"/>
            <ac:spMk id="5" creationId="{0C9FBD2B-B065-2C24-0F91-A0E8B95C39D1}"/>
          </ac:spMkLst>
        </pc:spChg>
        <pc:spChg chg="mod topLvl">
          <ac:chgData name="Shang-Wei Lin" userId="d614b8a91a354671" providerId="LiveId" clId="{C4327218-6B19-B142-AF22-5F9DAF7A6BF2}" dt="2022-08-13T15:21:18.740" v="279" actId="164"/>
          <ac:spMkLst>
            <pc:docMk/>
            <pc:sldMk cId="416300041" sldId="508"/>
            <ac:spMk id="6" creationId="{9E47F7FC-2C4C-BB27-2CFC-5C3AA25B8565}"/>
          </ac:spMkLst>
        </pc:spChg>
        <pc:spChg chg="mod topLvl">
          <ac:chgData name="Shang-Wei Lin" userId="d614b8a91a354671" providerId="LiveId" clId="{C4327218-6B19-B142-AF22-5F9DAF7A6BF2}" dt="2022-08-13T15:21:18.740" v="279" actId="164"/>
          <ac:spMkLst>
            <pc:docMk/>
            <pc:sldMk cId="416300041" sldId="508"/>
            <ac:spMk id="7" creationId="{6924EBC8-5708-C4E2-5F5A-90A3DDBBAEA5}"/>
          </ac:spMkLst>
        </pc:spChg>
        <pc:spChg chg="mod topLvl">
          <ac:chgData name="Shang-Wei Lin" userId="d614b8a91a354671" providerId="LiveId" clId="{C4327218-6B19-B142-AF22-5F9DAF7A6BF2}" dt="2022-08-13T15:21:18.740" v="279" actId="164"/>
          <ac:spMkLst>
            <pc:docMk/>
            <pc:sldMk cId="416300041" sldId="508"/>
            <ac:spMk id="8" creationId="{1E42595C-A8D6-329A-829E-9276EEFA7BBB}"/>
          </ac:spMkLst>
        </pc:spChg>
        <pc:spChg chg="mod topLvl">
          <ac:chgData name="Shang-Wei Lin" userId="d614b8a91a354671" providerId="LiveId" clId="{C4327218-6B19-B142-AF22-5F9DAF7A6BF2}" dt="2022-08-13T15:21:18.740" v="279" actId="164"/>
          <ac:spMkLst>
            <pc:docMk/>
            <pc:sldMk cId="416300041" sldId="508"/>
            <ac:spMk id="9" creationId="{14DCC202-5DEE-B0A3-66F5-CAE2D02E8749}"/>
          </ac:spMkLst>
        </pc:spChg>
        <pc:spChg chg="mod topLvl">
          <ac:chgData name="Shang-Wei Lin" userId="d614b8a91a354671" providerId="LiveId" clId="{C4327218-6B19-B142-AF22-5F9DAF7A6BF2}" dt="2022-08-13T15:21:18.740" v="279" actId="164"/>
          <ac:spMkLst>
            <pc:docMk/>
            <pc:sldMk cId="416300041" sldId="508"/>
            <ac:spMk id="10" creationId="{90516D2C-9C7B-A8E4-4EE3-17FFEBF7C91D}"/>
          </ac:spMkLst>
        </pc:spChg>
        <pc:spChg chg="mod topLvl">
          <ac:chgData name="Shang-Wei Lin" userId="d614b8a91a354671" providerId="LiveId" clId="{C4327218-6B19-B142-AF22-5F9DAF7A6BF2}" dt="2022-08-13T15:21:18.740" v="279" actId="164"/>
          <ac:spMkLst>
            <pc:docMk/>
            <pc:sldMk cId="416300041" sldId="508"/>
            <ac:spMk id="11" creationId="{A04EA4E4-CA4B-7FDE-90D9-79A9663E4F56}"/>
          </ac:spMkLst>
        </pc:spChg>
        <pc:spChg chg="mod topLvl">
          <ac:chgData name="Shang-Wei Lin" userId="d614b8a91a354671" providerId="LiveId" clId="{C4327218-6B19-B142-AF22-5F9DAF7A6BF2}" dt="2022-08-13T15:27:32.410" v="327" actId="20577"/>
          <ac:spMkLst>
            <pc:docMk/>
            <pc:sldMk cId="416300041" sldId="508"/>
            <ac:spMk id="12" creationId="{CFF08C73-29B0-B05F-65C5-D0190A0CEE5C}"/>
          </ac:spMkLst>
        </pc:spChg>
        <pc:spChg chg="mod topLvl">
          <ac:chgData name="Shang-Wei Lin" userId="d614b8a91a354671" providerId="LiveId" clId="{C4327218-6B19-B142-AF22-5F9DAF7A6BF2}" dt="2022-08-13T15:21:18.740" v="279" actId="164"/>
          <ac:spMkLst>
            <pc:docMk/>
            <pc:sldMk cId="416300041" sldId="508"/>
            <ac:spMk id="13" creationId="{547B41A9-E317-4F3A-F178-2CDAA0BE3805}"/>
          </ac:spMkLst>
        </pc:spChg>
        <pc:spChg chg="mod topLvl">
          <ac:chgData name="Shang-Wei Lin" userId="d614b8a91a354671" providerId="LiveId" clId="{C4327218-6B19-B142-AF22-5F9DAF7A6BF2}" dt="2022-08-13T15:21:18.740" v="279" actId="164"/>
          <ac:spMkLst>
            <pc:docMk/>
            <pc:sldMk cId="416300041" sldId="508"/>
            <ac:spMk id="14" creationId="{6C190035-15B8-B362-528F-E061E3E48B50}"/>
          </ac:spMkLst>
        </pc:spChg>
        <pc:spChg chg="mod topLvl">
          <ac:chgData name="Shang-Wei Lin" userId="d614b8a91a354671" providerId="LiveId" clId="{C4327218-6B19-B142-AF22-5F9DAF7A6BF2}" dt="2022-08-13T15:21:18.740" v="279" actId="164"/>
          <ac:spMkLst>
            <pc:docMk/>
            <pc:sldMk cId="416300041" sldId="508"/>
            <ac:spMk id="15" creationId="{FF2BE58C-E2F4-50A8-A4BD-5F53F55E5941}"/>
          </ac:spMkLst>
        </pc:spChg>
        <pc:spChg chg="mod topLvl">
          <ac:chgData name="Shang-Wei Lin" userId="d614b8a91a354671" providerId="LiveId" clId="{C4327218-6B19-B142-AF22-5F9DAF7A6BF2}" dt="2022-08-13T15:21:18.740" v="279" actId="164"/>
          <ac:spMkLst>
            <pc:docMk/>
            <pc:sldMk cId="416300041" sldId="508"/>
            <ac:spMk id="16" creationId="{E40E635E-4ED8-4CC6-E642-5F8707818C15}"/>
          </ac:spMkLst>
        </pc:spChg>
        <pc:spChg chg="mod topLvl">
          <ac:chgData name="Shang-Wei Lin" userId="d614b8a91a354671" providerId="LiveId" clId="{C4327218-6B19-B142-AF22-5F9DAF7A6BF2}" dt="2022-08-13T15:21:18.740" v="279" actId="164"/>
          <ac:spMkLst>
            <pc:docMk/>
            <pc:sldMk cId="416300041" sldId="508"/>
            <ac:spMk id="17" creationId="{E9F212D4-6004-7DC2-0891-49173791A598}"/>
          </ac:spMkLst>
        </pc:spChg>
        <pc:grpChg chg="add del mod">
          <ac:chgData name="Shang-Wei Lin" userId="d614b8a91a354671" providerId="LiveId" clId="{C4327218-6B19-B142-AF22-5F9DAF7A6BF2}" dt="2022-08-13T15:21:11.216" v="278" actId="165"/>
          <ac:grpSpMkLst>
            <pc:docMk/>
            <pc:sldMk cId="416300041" sldId="508"/>
            <ac:grpSpMk id="4" creationId="{D1964380-8F88-6442-D33B-CEC422A3E135}"/>
          </ac:grpSpMkLst>
        </pc:grpChg>
        <pc:grpChg chg="add mod">
          <ac:chgData name="Shang-Wei Lin" userId="d614b8a91a354671" providerId="LiveId" clId="{C4327218-6B19-B142-AF22-5F9DAF7A6BF2}" dt="2022-08-13T15:21:23.980" v="280" actId="1076"/>
          <ac:grpSpMkLst>
            <pc:docMk/>
            <pc:sldMk cId="416300041" sldId="508"/>
            <ac:grpSpMk id="26" creationId="{5EB11C7D-2916-0771-1344-C9388F665D49}"/>
          </ac:grpSpMkLst>
        </pc:grpChg>
        <pc:cxnChg chg="add mod">
          <ac:chgData name="Shang-Wei Lin" userId="d614b8a91a354671" providerId="LiveId" clId="{C4327218-6B19-B142-AF22-5F9DAF7A6BF2}" dt="2022-08-13T15:21:18.740" v="279" actId="164"/>
          <ac:cxnSpMkLst>
            <pc:docMk/>
            <pc:sldMk cId="416300041" sldId="508"/>
            <ac:cxnSpMk id="19" creationId="{9B4BC5DD-81E7-9B3C-682C-EA7E626C109E}"/>
          </ac:cxnSpMkLst>
        </pc:cxnChg>
        <pc:cxnChg chg="add mod">
          <ac:chgData name="Shang-Wei Lin" userId="d614b8a91a354671" providerId="LiveId" clId="{C4327218-6B19-B142-AF22-5F9DAF7A6BF2}" dt="2022-08-13T15:21:18.740" v="279" actId="164"/>
          <ac:cxnSpMkLst>
            <pc:docMk/>
            <pc:sldMk cId="416300041" sldId="508"/>
            <ac:cxnSpMk id="20" creationId="{2A77FB25-DB53-1C88-130F-66C7D62AAFC0}"/>
          </ac:cxnSpMkLst>
        </pc:cxnChg>
        <pc:cxnChg chg="add mod">
          <ac:chgData name="Shang-Wei Lin" userId="d614b8a91a354671" providerId="LiveId" clId="{C4327218-6B19-B142-AF22-5F9DAF7A6BF2}" dt="2022-08-13T15:21:18.740" v="279" actId="164"/>
          <ac:cxnSpMkLst>
            <pc:docMk/>
            <pc:sldMk cId="416300041" sldId="508"/>
            <ac:cxnSpMk id="24" creationId="{8470D142-6F46-1CC2-8809-CA50F9A011C5}"/>
          </ac:cxnSpMkLst>
        </pc:cxnChg>
      </pc:sldChg>
      <pc:sldChg chg="addSp delSp modSp mod">
        <pc:chgData name="Shang-Wei Lin" userId="d614b8a91a354671" providerId="LiveId" clId="{C4327218-6B19-B142-AF22-5F9DAF7A6BF2}" dt="2022-08-13T15:27:07.956" v="325" actId="164"/>
        <pc:sldMkLst>
          <pc:docMk/>
          <pc:sldMk cId="1029754844" sldId="510"/>
        </pc:sldMkLst>
        <pc:spChg chg="add del mod topLvl">
          <ac:chgData name="Shang-Wei Lin" userId="d614b8a91a354671" providerId="LiveId" clId="{C4327218-6B19-B142-AF22-5F9DAF7A6BF2}" dt="2022-08-13T15:27:07.956" v="325" actId="164"/>
          <ac:spMkLst>
            <pc:docMk/>
            <pc:sldMk cId="1029754844" sldId="510"/>
            <ac:spMk id="5" creationId="{D158A28C-05EC-22B0-17C4-15699CF37E1C}"/>
          </ac:spMkLst>
        </pc:spChg>
        <pc:spChg chg="mod topLvl">
          <ac:chgData name="Shang-Wei Lin" userId="d614b8a91a354671" providerId="LiveId" clId="{C4327218-6B19-B142-AF22-5F9DAF7A6BF2}" dt="2022-08-13T15:27:07.956" v="325" actId="164"/>
          <ac:spMkLst>
            <pc:docMk/>
            <pc:sldMk cId="1029754844" sldId="510"/>
            <ac:spMk id="6" creationId="{A6CC2B70-F9E8-9CB4-9DF6-1A808A8AF78B}"/>
          </ac:spMkLst>
        </pc:spChg>
        <pc:spChg chg="mod topLvl">
          <ac:chgData name="Shang-Wei Lin" userId="d614b8a91a354671" providerId="LiveId" clId="{C4327218-6B19-B142-AF22-5F9DAF7A6BF2}" dt="2022-08-13T15:27:07.956" v="325" actId="164"/>
          <ac:spMkLst>
            <pc:docMk/>
            <pc:sldMk cId="1029754844" sldId="510"/>
            <ac:spMk id="7" creationId="{0F19FB51-B4FD-DFE4-5685-F48A9F203955}"/>
          </ac:spMkLst>
        </pc:spChg>
        <pc:spChg chg="mod topLvl">
          <ac:chgData name="Shang-Wei Lin" userId="d614b8a91a354671" providerId="LiveId" clId="{C4327218-6B19-B142-AF22-5F9DAF7A6BF2}" dt="2022-08-13T15:27:07.956" v="325" actId="164"/>
          <ac:spMkLst>
            <pc:docMk/>
            <pc:sldMk cId="1029754844" sldId="510"/>
            <ac:spMk id="8" creationId="{352877C4-0D67-1E63-7C96-72140B0C8342}"/>
          </ac:spMkLst>
        </pc:spChg>
        <pc:spChg chg="mod topLvl">
          <ac:chgData name="Shang-Wei Lin" userId="d614b8a91a354671" providerId="LiveId" clId="{C4327218-6B19-B142-AF22-5F9DAF7A6BF2}" dt="2022-08-13T15:27:07.956" v="325" actId="164"/>
          <ac:spMkLst>
            <pc:docMk/>
            <pc:sldMk cId="1029754844" sldId="510"/>
            <ac:spMk id="9" creationId="{0FF4F349-90F1-6B87-D9E1-9C4B9B86F0C8}"/>
          </ac:spMkLst>
        </pc:spChg>
        <pc:spChg chg="add del mod topLvl">
          <ac:chgData name="Shang-Wei Lin" userId="d614b8a91a354671" providerId="LiveId" clId="{C4327218-6B19-B142-AF22-5F9DAF7A6BF2}" dt="2022-08-13T15:27:07.956" v="325" actId="164"/>
          <ac:spMkLst>
            <pc:docMk/>
            <pc:sldMk cId="1029754844" sldId="510"/>
            <ac:spMk id="10" creationId="{258BB1BD-5D6B-B878-32C2-90FA97784516}"/>
          </ac:spMkLst>
        </pc:spChg>
        <pc:spChg chg="mod topLvl">
          <ac:chgData name="Shang-Wei Lin" userId="d614b8a91a354671" providerId="LiveId" clId="{C4327218-6B19-B142-AF22-5F9DAF7A6BF2}" dt="2022-08-13T15:27:07.956" v="325" actId="164"/>
          <ac:spMkLst>
            <pc:docMk/>
            <pc:sldMk cId="1029754844" sldId="510"/>
            <ac:spMk id="11" creationId="{4C84C2F8-2C11-E186-4743-12F4785DA7D5}"/>
          </ac:spMkLst>
        </pc:spChg>
        <pc:spChg chg="mod topLvl">
          <ac:chgData name="Shang-Wei Lin" userId="d614b8a91a354671" providerId="LiveId" clId="{C4327218-6B19-B142-AF22-5F9DAF7A6BF2}" dt="2022-08-13T15:27:07.956" v="325" actId="164"/>
          <ac:spMkLst>
            <pc:docMk/>
            <pc:sldMk cId="1029754844" sldId="510"/>
            <ac:spMk id="12" creationId="{A05102C6-EF7E-C348-F595-C5E1C667909B}"/>
          </ac:spMkLst>
        </pc:spChg>
        <pc:spChg chg="mod topLvl">
          <ac:chgData name="Shang-Wei Lin" userId="d614b8a91a354671" providerId="LiveId" clId="{C4327218-6B19-B142-AF22-5F9DAF7A6BF2}" dt="2022-08-13T15:27:07.956" v="325" actId="164"/>
          <ac:spMkLst>
            <pc:docMk/>
            <pc:sldMk cId="1029754844" sldId="510"/>
            <ac:spMk id="13" creationId="{F75CAC10-83DF-E798-570C-9937A74012EE}"/>
          </ac:spMkLst>
        </pc:spChg>
        <pc:spChg chg="mod topLvl">
          <ac:chgData name="Shang-Wei Lin" userId="d614b8a91a354671" providerId="LiveId" clId="{C4327218-6B19-B142-AF22-5F9DAF7A6BF2}" dt="2022-08-13T15:27:07.956" v="325" actId="164"/>
          <ac:spMkLst>
            <pc:docMk/>
            <pc:sldMk cId="1029754844" sldId="510"/>
            <ac:spMk id="14" creationId="{C627AA11-D99E-E81E-F0B1-D73C82031464}"/>
          </ac:spMkLst>
        </pc:spChg>
        <pc:spChg chg="mod topLvl">
          <ac:chgData name="Shang-Wei Lin" userId="d614b8a91a354671" providerId="LiveId" clId="{C4327218-6B19-B142-AF22-5F9DAF7A6BF2}" dt="2022-08-13T15:27:07.956" v="325" actId="164"/>
          <ac:spMkLst>
            <pc:docMk/>
            <pc:sldMk cId="1029754844" sldId="510"/>
            <ac:spMk id="15" creationId="{85719750-F234-B6FD-6A20-99281550CB9C}"/>
          </ac:spMkLst>
        </pc:spChg>
        <pc:spChg chg="mod topLvl">
          <ac:chgData name="Shang-Wei Lin" userId="d614b8a91a354671" providerId="LiveId" clId="{C4327218-6B19-B142-AF22-5F9DAF7A6BF2}" dt="2022-08-13T15:27:07.956" v="325" actId="164"/>
          <ac:spMkLst>
            <pc:docMk/>
            <pc:sldMk cId="1029754844" sldId="510"/>
            <ac:spMk id="16" creationId="{03B410FD-F46D-8EC6-B963-EF92AE56AB65}"/>
          </ac:spMkLst>
        </pc:spChg>
        <pc:spChg chg="mod topLvl">
          <ac:chgData name="Shang-Wei Lin" userId="d614b8a91a354671" providerId="LiveId" clId="{C4327218-6B19-B142-AF22-5F9DAF7A6BF2}" dt="2022-08-13T15:27:07.956" v="325" actId="164"/>
          <ac:spMkLst>
            <pc:docMk/>
            <pc:sldMk cId="1029754844" sldId="510"/>
            <ac:spMk id="17" creationId="{ABAE8BB7-217E-3FA2-53B8-75CCBCF11333}"/>
          </ac:spMkLst>
        </pc:spChg>
        <pc:grpChg chg="add del mod">
          <ac:chgData name="Shang-Wei Lin" userId="d614b8a91a354671" providerId="LiveId" clId="{C4327218-6B19-B142-AF22-5F9DAF7A6BF2}" dt="2022-08-13T15:23:21.220" v="285" actId="165"/>
          <ac:grpSpMkLst>
            <pc:docMk/>
            <pc:sldMk cId="1029754844" sldId="510"/>
            <ac:grpSpMk id="2" creationId="{1F393B99-7FBE-0A31-E3E2-8005FE2A6E43}"/>
          </ac:grpSpMkLst>
        </pc:grpChg>
        <pc:grpChg chg="add mod">
          <ac:chgData name="Shang-Wei Lin" userId="d614b8a91a354671" providerId="LiveId" clId="{C4327218-6B19-B142-AF22-5F9DAF7A6BF2}" dt="2022-08-13T15:26:29.889" v="317" actId="164"/>
          <ac:grpSpMkLst>
            <pc:docMk/>
            <pc:sldMk cId="1029754844" sldId="510"/>
            <ac:grpSpMk id="22" creationId="{CCAB3605-AC60-3736-64DC-128EDBFAA158}"/>
          </ac:grpSpMkLst>
        </pc:grpChg>
        <pc:grpChg chg="add mod">
          <ac:chgData name="Shang-Wei Lin" userId="d614b8a91a354671" providerId="LiveId" clId="{C4327218-6B19-B142-AF22-5F9DAF7A6BF2}" dt="2022-08-13T15:27:07.956" v="325" actId="164"/>
          <ac:grpSpMkLst>
            <pc:docMk/>
            <pc:sldMk cId="1029754844" sldId="510"/>
            <ac:grpSpMk id="26" creationId="{5C6C92D7-B1A8-E8AA-2D0E-48AFDD45E316}"/>
          </ac:grpSpMkLst>
        </pc:grpChg>
        <pc:cxnChg chg="mod topLvl">
          <ac:chgData name="Shang-Wei Lin" userId="d614b8a91a354671" providerId="LiveId" clId="{C4327218-6B19-B142-AF22-5F9DAF7A6BF2}" dt="2022-08-13T15:27:07.956" v="325" actId="164"/>
          <ac:cxnSpMkLst>
            <pc:docMk/>
            <pc:sldMk cId="1029754844" sldId="510"/>
            <ac:cxnSpMk id="18" creationId="{08506D57-61FB-A7C5-E4BB-18DEA952A368}"/>
          </ac:cxnSpMkLst>
        </pc:cxnChg>
        <pc:cxnChg chg="mod topLvl">
          <ac:chgData name="Shang-Wei Lin" userId="d614b8a91a354671" providerId="LiveId" clId="{C4327218-6B19-B142-AF22-5F9DAF7A6BF2}" dt="2022-08-13T15:27:07.956" v="325" actId="164"/>
          <ac:cxnSpMkLst>
            <pc:docMk/>
            <pc:sldMk cId="1029754844" sldId="510"/>
            <ac:cxnSpMk id="19" creationId="{4627D4D0-8826-B6C2-E306-AA9A5F6A57C6}"/>
          </ac:cxnSpMkLst>
        </pc:cxnChg>
        <pc:cxnChg chg="mod topLvl">
          <ac:chgData name="Shang-Wei Lin" userId="d614b8a91a354671" providerId="LiveId" clId="{C4327218-6B19-B142-AF22-5F9DAF7A6BF2}" dt="2022-08-13T15:27:07.956" v="325" actId="164"/>
          <ac:cxnSpMkLst>
            <pc:docMk/>
            <pc:sldMk cId="1029754844" sldId="510"/>
            <ac:cxnSpMk id="20" creationId="{97EAA5C8-45C9-3AFC-5B64-F3CB769C3C45}"/>
          </ac:cxnSpMkLst>
        </pc:cxnChg>
        <pc:cxnChg chg="add del mod">
          <ac:chgData name="Shang-Wei Lin" userId="d614b8a91a354671" providerId="LiveId" clId="{C4327218-6B19-B142-AF22-5F9DAF7A6BF2}" dt="2022-08-13T15:25:31.294" v="310"/>
          <ac:cxnSpMkLst>
            <pc:docMk/>
            <pc:sldMk cId="1029754844" sldId="510"/>
            <ac:cxnSpMk id="21" creationId="{0A88B923-463B-1912-B8D5-0E85444689AB}"/>
          </ac:cxnSpMkLst>
        </pc:cxnChg>
        <pc:cxnChg chg="add mod">
          <ac:chgData name="Shang-Wei Lin" userId="d614b8a91a354671" providerId="LiveId" clId="{C4327218-6B19-B142-AF22-5F9DAF7A6BF2}" dt="2022-08-13T15:27:07.956" v="325" actId="164"/>
          <ac:cxnSpMkLst>
            <pc:docMk/>
            <pc:sldMk cId="1029754844" sldId="510"/>
            <ac:cxnSpMk id="23" creationId="{A45C2BBA-FC89-A765-D1FC-1EB767FCE78A}"/>
          </ac:cxnSpMkLst>
        </pc:cxnChg>
        <pc:cxnChg chg="add mod">
          <ac:chgData name="Shang-Wei Lin" userId="d614b8a91a354671" providerId="LiveId" clId="{C4327218-6B19-B142-AF22-5F9DAF7A6BF2}" dt="2022-08-13T15:27:07.956" v="325" actId="164"/>
          <ac:cxnSpMkLst>
            <pc:docMk/>
            <pc:sldMk cId="1029754844" sldId="510"/>
            <ac:cxnSpMk id="24" creationId="{8E77C727-3A12-A461-2336-12DCF06311B2}"/>
          </ac:cxnSpMkLst>
        </pc:cxnChg>
      </pc:sldChg>
      <pc:sldChg chg="modSp mod">
        <pc:chgData name="Shang-Wei Lin" userId="d614b8a91a354671" providerId="LiveId" clId="{C4327218-6B19-B142-AF22-5F9DAF7A6BF2}" dt="2022-08-13T07:13:17.617" v="20" actId="14100"/>
        <pc:sldMkLst>
          <pc:docMk/>
          <pc:sldMk cId="2178769268" sldId="520"/>
        </pc:sldMkLst>
        <pc:spChg chg="mod">
          <ac:chgData name="Shang-Wei Lin" userId="d614b8a91a354671" providerId="LiveId" clId="{C4327218-6B19-B142-AF22-5F9DAF7A6BF2}" dt="2022-08-13T07:13:17.617" v="20" actId="14100"/>
          <ac:spMkLst>
            <pc:docMk/>
            <pc:sldMk cId="2178769268" sldId="520"/>
            <ac:spMk id="62" creationId="{00000000-0000-0000-0000-000000000000}"/>
          </ac:spMkLst>
        </pc:spChg>
      </pc:sldChg>
      <pc:sldChg chg="addSp modSp mod modAnim">
        <pc:chgData name="Shang-Wei Lin" userId="d614b8a91a354671" providerId="LiveId" clId="{C4327218-6B19-B142-AF22-5F9DAF7A6BF2}" dt="2022-08-14T14:44:15.851" v="1066"/>
        <pc:sldMkLst>
          <pc:docMk/>
          <pc:sldMk cId="117411176" sldId="521"/>
        </pc:sldMkLst>
        <pc:spChg chg="add mod">
          <ac:chgData name="Shang-Wei Lin" userId="d614b8a91a354671" providerId="LiveId" clId="{C4327218-6B19-B142-AF22-5F9DAF7A6BF2}" dt="2022-08-14T14:44:09.263" v="1065" actId="1076"/>
          <ac:spMkLst>
            <pc:docMk/>
            <pc:sldMk cId="117411176" sldId="521"/>
            <ac:spMk id="2" creationId="{842894E8-620C-4717-0881-C4AD7F4D578A}"/>
          </ac:spMkLst>
        </pc:spChg>
      </pc:sldChg>
      <pc:sldChg chg="addSp modSp mod modAnim">
        <pc:chgData name="Shang-Wei Lin" userId="d614b8a91a354671" providerId="LiveId" clId="{C4327218-6B19-B142-AF22-5F9DAF7A6BF2}" dt="2022-08-14T08:43:17.547" v="350"/>
        <pc:sldMkLst>
          <pc:docMk/>
          <pc:sldMk cId="2706341553" sldId="531"/>
        </pc:sldMkLst>
        <pc:spChg chg="add mod">
          <ac:chgData name="Shang-Wei Lin" userId="d614b8a91a354671" providerId="LiveId" clId="{C4327218-6B19-B142-AF22-5F9DAF7A6BF2}" dt="2022-08-14T08:42:40.736" v="348" actId="1035"/>
          <ac:spMkLst>
            <pc:docMk/>
            <pc:sldMk cId="2706341553" sldId="531"/>
            <ac:spMk id="4" creationId="{0253E1F2-0AFE-06B9-B90C-583634CF2D3A}"/>
          </ac:spMkLst>
        </pc:spChg>
      </pc:sldChg>
      <pc:sldChg chg="add">
        <pc:chgData name="Shang-Wei Lin" userId="d614b8a91a354671" providerId="LiveId" clId="{C4327218-6B19-B142-AF22-5F9DAF7A6BF2}" dt="2022-08-14T08:47:26.661" v="351"/>
        <pc:sldMkLst>
          <pc:docMk/>
          <pc:sldMk cId="2309077149" sldId="537"/>
        </pc:sldMkLst>
      </pc:sldChg>
      <pc:sldChg chg="addSp delSp modSp add mod modAnim">
        <pc:chgData name="Shang-Wei Lin" userId="d614b8a91a354671" providerId="LiveId" clId="{C4327218-6B19-B142-AF22-5F9DAF7A6BF2}" dt="2022-08-14T10:01:51.883" v="869" actId="20577"/>
        <pc:sldMkLst>
          <pc:docMk/>
          <pc:sldMk cId="3612445855" sldId="538"/>
        </pc:sldMkLst>
        <pc:spChg chg="mod">
          <ac:chgData name="Shang-Wei Lin" userId="d614b8a91a354671" providerId="LiveId" clId="{C4327218-6B19-B142-AF22-5F9DAF7A6BF2}" dt="2022-08-14T09:29:45.519" v="656" actId="20577"/>
          <ac:spMkLst>
            <pc:docMk/>
            <pc:sldMk cId="3612445855" sldId="538"/>
            <ac:spMk id="2" creationId="{00000000-0000-0000-0000-000000000000}"/>
          </ac:spMkLst>
        </pc:spChg>
        <pc:spChg chg="add mod">
          <ac:chgData name="Shang-Wei Lin" userId="d614b8a91a354671" providerId="LiveId" clId="{C4327218-6B19-B142-AF22-5F9DAF7A6BF2}" dt="2022-08-14T09:51:11.029" v="839" actId="164"/>
          <ac:spMkLst>
            <pc:docMk/>
            <pc:sldMk cId="3612445855" sldId="538"/>
            <ac:spMk id="3" creationId="{85F386EC-3A2D-E35D-7ECE-C9F94042BF3D}"/>
          </ac:spMkLst>
        </pc:spChg>
        <pc:spChg chg="add mod">
          <ac:chgData name="Shang-Wei Lin" userId="d614b8a91a354671" providerId="LiveId" clId="{C4327218-6B19-B142-AF22-5F9DAF7A6BF2}" dt="2022-08-14T09:51:43.113" v="841" actId="164"/>
          <ac:spMkLst>
            <pc:docMk/>
            <pc:sldMk cId="3612445855" sldId="538"/>
            <ac:spMk id="4" creationId="{07987765-AD50-4176-1C4C-15A33E3505F4}"/>
          </ac:spMkLst>
        </pc:spChg>
        <pc:spChg chg="add del mod">
          <ac:chgData name="Shang-Wei Lin" userId="d614b8a91a354671" providerId="LiveId" clId="{C4327218-6B19-B142-AF22-5F9DAF7A6BF2}" dt="2022-08-14T09:54:52.312" v="847" actId="478"/>
          <ac:spMkLst>
            <pc:docMk/>
            <pc:sldMk cId="3612445855" sldId="538"/>
            <ac:spMk id="5" creationId="{A235D722-07A3-E2B4-042A-AB6595979387}"/>
          </ac:spMkLst>
        </pc:spChg>
        <pc:spChg chg="add mod">
          <ac:chgData name="Shang-Wei Lin" userId="d614b8a91a354671" providerId="LiveId" clId="{C4327218-6B19-B142-AF22-5F9DAF7A6BF2}" dt="2022-08-14T09:53:14.542" v="845" actId="164"/>
          <ac:spMkLst>
            <pc:docMk/>
            <pc:sldMk cId="3612445855" sldId="538"/>
            <ac:spMk id="9" creationId="{6F7846C9-8086-FB25-5703-1B09B326A0F8}"/>
          </ac:spMkLst>
        </pc:spChg>
        <pc:spChg chg="add mod">
          <ac:chgData name="Shang-Wei Lin" userId="d614b8a91a354671" providerId="LiveId" clId="{C4327218-6B19-B142-AF22-5F9DAF7A6BF2}" dt="2022-08-14T09:55:53.189" v="850" actId="164"/>
          <ac:spMkLst>
            <pc:docMk/>
            <pc:sldMk cId="3612445855" sldId="538"/>
            <ac:spMk id="10" creationId="{3183D2F8-3B21-1AFE-99E7-FEABF82F0B12}"/>
          </ac:spMkLst>
        </pc:spChg>
        <pc:spChg chg="mod">
          <ac:chgData name="Shang-Wei Lin" userId="d614b8a91a354671" providerId="LiveId" clId="{C4327218-6B19-B142-AF22-5F9DAF7A6BF2}" dt="2022-08-14T09:35:25.484" v="716" actId="165"/>
          <ac:spMkLst>
            <pc:docMk/>
            <pc:sldMk cId="3612445855" sldId="538"/>
            <ac:spMk id="17" creationId="{248DE2BA-433A-FA75-AC28-9BD5815A23DC}"/>
          </ac:spMkLst>
        </pc:spChg>
        <pc:spChg chg="mod">
          <ac:chgData name="Shang-Wei Lin" userId="d614b8a91a354671" providerId="LiveId" clId="{C4327218-6B19-B142-AF22-5F9DAF7A6BF2}" dt="2022-08-14T09:35:25.484" v="716" actId="165"/>
          <ac:spMkLst>
            <pc:docMk/>
            <pc:sldMk cId="3612445855" sldId="538"/>
            <ac:spMk id="18" creationId="{4F5FC7F2-FA56-D206-F83F-48F81CECCBC0}"/>
          </ac:spMkLst>
        </pc:spChg>
        <pc:spChg chg="mod">
          <ac:chgData name="Shang-Wei Lin" userId="d614b8a91a354671" providerId="LiveId" clId="{C4327218-6B19-B142-AF22-5F9DAF7A6BF2}" dt="2022-08-14T09:35:25.484" v="716" actId="165"/>
          <ac:spMkLst>
            <pc:docMk/>
            <pc:sldMk cId="3612445855" sldId="538"/>
            <ac:spMk id="19" creationId="{6A437910-765A-3382-1FD1-E6CA24BAF742}"/>
          </ac:spMkLst>
        </pc:spChg>
        <pc:spChg chg="mod">
          <ac:chgData name="Shang-Wei Lin" userId="d614b8a91a354671" providerId="LiveId" clId="{C4327218-6B19-B142-AF22-5F9DAF7A6BF2}" dt="2022-08-14T09:35:25.484" v="716" actId="165"/>
          <ac:spMkLst>
            <pc:docMk/>
            <pc:sldMk cId="3612445855" sldId="538"/>
            <ac:spMk id="20" creationId="{3AAB9410-B28E-6423-3FCB-74DDC400612F}"/>
          </ac:spMkLst>
        </pc:spChg>
        <pc:spChg chg="mod">
          <ac:chgData name="Shang-Wei Lin" userId="d614b8a91a354671" providerId="LiveId" clId="{C4327218-6B19-B142-AF22-5F9DAF7A6BF2}" dt="2022-08-14T09:35:25.484" v="716" actId="165"/>
          <ac:spMkLst>
            <pc:docMk/>
            <pc:sldMk cId="3612445855" sldId="538"/>
            <ac:spMk id="21" creationId="{C9300950-7DF0-BD71-1632-99ED089A7376}"/>
          </ac:spMkLst>
        </pc:spChg>
        <pc:spChg chg="mod">
          <ac:chgData name="Shang-Wei Lin" userId="d614b8a91a354671" providerId="LiveId" clId="{C4327218-6B19-B142-AF22-5F9DAF7A6BF2}" dt="2022-08-14T09:35:25.484" v="716" actId="165"/>
          <ac:spMkLst>
            <pc:docMk/>
            <pc:sldMk cId="3612445855" sldId="538"/>
            <ac:spMk id="22" creationId="{AA5275D5-53A6-2D79-2A7B-504528192E12}"/>
          </ac:spMkLst>
        </pc:spChg>
        <pc:spChg chg="mod topLvl">
          <ac:chgData name="Shang-Wei Lin" userId="d614b8a91a354671" providerId="LiveId" clId="{C4327218-6B19-B142-AF22-5F9DAF7A6BF2}" dt="2022-08-14T09:53:14.542" v="845" actId="164"/>
          <ac:spMkLst>
            <pc:docMk/>
            <pc:sldMk cId="3612445855" sldId="538"/>
            <ac:spMk id="26" creationId="{17C2F42E-6C91-6C3D-86F4-01C7120D7821}"/>
          </ac:spMkLst>
        </pc:spChg>
        <pc:spChg chg="mod">
          <ac:chgData name="Shang-Wei Lin" userId="d614b8a91a354671" providerId="LiveId" clId="{C4327218-6B19-B142-AF22-5F9DAF7A6BF2}" dt="2022-08-14T09:38:13.366" v="730" actId="165"/>
          <ac:spMkLst>
            <pc:docMk/>
            <pc:sldMk cId="3612445855" sldId="538"/>
            <ac:spMk id="27" creationId="{8415A095-42D2-427B-EDAB-8CFE33AB0391}"/>
          </ac:spMkLst>
        </pc:spChg>
        <pc:spChg chg="mod">
          <ac:chgData name="Shang-Wei Lin" userId="d614b8a91a354671" providerId="LiveId" clId="{C4327218-6B19-B142-AF22-5F9DAF7A6BF2}" dt="2022-08-14T09:38:13.366" v="730" actId="165"/>
          <ac:spMkLst>
            <pc:docMk/>
            <pc:sldMk cId="3612445855" sldId="538"/>
            <ac:spMk id="28" creationId="{3408EC47-8878-F878-1606-7F4611A247D1}"/>
          </ac:spMkLst>
        </pc:spChg>
        <pc:spChg chg="mod topLvl">
          <ac:chgData name="Shang-Wei Lin" userId="d614b8a91a354671" providerId="LiveId" clId="{C4327218-6B19-B142-AF22-5F9DAF7A6BF2}" dt="2022-08-14T09:57:12.135" v="859" actId="164"/>
          <ac:spMkLst>
            <pc:docMk/>
            <pc:sldMk cId="3612445855" sldId="538"/>
            <ac:spMk id="31" creationId="{2AA51CC7-2249-DDE1-1589-66F837E9B03B}"/>
          </ac:spMkLst>
        </pc:spChg>
        <pc:spChg chg="mod">
          <ac:chgData name="Shang-Wei Lin" userId="d614b8a91a354671" providerId="LiveId" clId="{C4327218-6B19-B142-AF22-5F9DAF7A6BF2}" dt="2022-08-14T09:47:46.373" v="803" actId="165"/>
          <ac:spMkLst>
            <pc:docMk/>
            <pc:sldMk cId="3612445855" sldId="538"/>
            <ac:spMk id="32" creationId="{7D65CF9F-B001-BF0A-74F9-4A15D048E0A3}"/>
          </ac:spMkLst>
        </pc:spChg>
        <pc:spChg chg="mod">
          <ac:chgData name="Shang-Wei Lin" userId="d614b8a91a354671" providerId="LiveId" clId="{C4327218-6B19-B142-AF22-5F9DAF7A6BF2}" dt="2022-08-14T09:47:46.373" v="803" actId="165"/>
          <ac:spMkLst>
            <pc:docMk/>
            <pc:sldMk cId="3612445855" sldId="538"/>
            <ac:spMk id="33" creationId="{E1A9A125-A825-C00D-4A64-BADA3C77F711}"/>
          </ac:spMkLst>
        </pc:spChg>
        <pc:spChg chg="mod">
          <ac:chgData name="Shang-Wei Lin" userId="d614b8a91a354671" providerId="LiveId" clId="{C4327218-6B19-B142-AF22-5F9DAF7A6BF2}" dt="2022-08-14T09:38:33.875" v="733" actId="165"/>
          <ac:spMkLst>
            <pc:docMk/>
            <pc:sldMk cId="3612445855" sldId="538"/>
            <ac:spMk id="36" creationId="{AD4C19AF-7E2B-FA8E-EF0D-A9B01BBBB2CE}"/>
          </ac:spMkLst>
        </pc:spChg>
        <pc:spChg chg="mod">
          <ac:chgData name="Shang-Wei Lin" userId="d614b8a91a354671" providerId="LiveId" clId="{C4327218-6B19-B142-AF22-5F9DAF7A6BF2}" dt="2022-08-14T09:38:33.875" v="733" actId="165"/>
          <ac:spMkLst>
            <pc:docMk/>
            <pc:sldMk cId="3612445855" sldId="538"/>
            <ac:spMk id="37" creationId="{956636EA-1584-C20B-839A-29D6DF05656C}"/>
          </ac:spMkLst>
        </pc:spChg>
        <pc:spChg chg="mod topLvl">
          <ac:chgData name="Shang-Wei Lin" userId="d614b8a91a354671" providerId="LiveId" clId="{C4327218-6B19-B142-AF22-5F9DAF7A6BF2}" dt="2022-08-14T09:55:20.520" v="848" actId="164"/>
          <ac:spMkLst>
            <pc:docMk/>
            <pc:sldMk cId="3612445855" sldId="538"/>
            <ac:spMk id="38" creationId="{44BCACAE-AB1B-6458-C1B6-6624FF87BCF6}"/>
          </ac:spMkLst>
        </pc:spChg>
        <pc:spChg chg="mod">
          <ac:chgData name="Shang-Wei Lin" userId="d614b8a91a354671" providerId="LiveId" clId="{C4327218-6B19-B142-AF22-5F9DAF7A6BF2}" dt="2022-08-14T09:56:52.319" v="856" actId="165"/>
          <ac:spMkLst>
            <pc:docMk/>
            <pc:sldMk cId="3612445855" sldId="538"/>
            <ac:spMk id="40" creationId="{C2F4A653-A2A8-8CC5-90F3-FCDE4F8A8A6D}"/>
          </ac:spMkLst>
        </pc:spChg>
        <pc:spChg chg="mod">
          <ac:chgData name="Shang-Wei Lin" userId="d614b8a91a354671" providerId="LiveId" clId="{C4327218-6B19-B142-AF22-5F9DAF7A6BF2}" dt="2022-08-14T09:56:52.319" v="856" actId="165"/>
          <ac:spMkLst>
            <pc:docMk/>
            <pc:sldMk cId="3612445855" sldId="538"/>
            <ac:spMk id="41" creationId="{AEDD9565-D2CD-AC6E-8B3C-5ADB0BF02084}"/>
          </ac:spMkLst>
        </pc:spChg>
        <pc:spChg chg="mod topLvl">
          <ac:chgData name="Shang-Wei Lin" userId="d614b8a91a354671" providerId="LiveId" clId="{C4327218-6B19-B142-AF22-5F9DAF7A6BF2}" dt="2022-08-14T09:57:25.449" v="862" actId="164"/>
          <ac:spMkLst>
            <pc:docMk/>
            <pc:sldMk cId="3612445855" sldId="538"/>
            <ac:spMk id="42" creationId="{7972D679-EB2E-9B42-5FB7-1030B4B94957}"/>
          </ac:spMkLst>
        </pc:spChg>
        <pc:spChg chg="mod">
          <ac:chgData name="Shang-Wei Lin" userId="d614b8a91a354671" providerId="LiveId" clId="{C4327218-6B19-B142-AF22-5F9DAF7A6BF2}" dt="2022-08-14T09:41:00.771" v="754" actId="165"/>
          <ac:spMkLst>
            <pc:docMk/>
            <pc:sldMk cId="3612445855" sldId="538"/>
            <ac:spMk id="44" creationId="{E36D27AD-274D-214F-8D24-2B7C58F1EB6E}"/>
          </ac:spMkLst>
        </pc:spChg>
        <pc:spChg chg="mod">
          <ac:chgData name="Shang-Wei Lin" userId="d614b8a91a354671" providerId="LiveId" clId="{C4327218-6B19-B142-AF22-5F9DAF7A6BF2}" dt="2022-08-14T09:41:00.771" v="754" actId="165"/>
          <ac:spMkLst>
            <pc:docMk/>
            <pc:sldMk cId="3612445855" sldId="538"/>
            <ac:spMk id="45" creationId="{B974122B-599D-4174-F2EE-48559370EC9B}"/>
          </ac:spMkLst>
        </pc:spChg>
        <pc:spChg chg="mod">
          <ac:chgData name="Shang-Wei Lin" userId="d614b8a91a354671" providerId="LiveId" clId="{C4327218-6B19-B142-AF22-5F9DAF7A6BF2}" dt="2022-08-14T09:41:00.771" v="754" actId="165"/>
          <ac:spMkLst>
            <pc:docMk/>
            <pc:sldMk cId="3612445855" sldId="538"/>
            <ac:spMk id="46" creationId="{A261C8FA-5C6B-7104-2563-C087B050DAEB}"/>
          </ac:spMkLst>
        </pc:spChg>
        <pc:spChg chg="mod">
          <ac:chgData name="Shang-Wei Lin" userId="d614b8a91a354671" providerId="LiveId" clId="{C4327218-6B19-B142-AF22-5F9DAF7A6BF2}" dt="2022-08-14T10:01:51.883" v="869" actId="20577"/>
          <ac:spMkLst>
            <pc:docMk/>
            <pc:sldMk cId="3612445855" sldId="538"/>
            <ac:spMk id="48" creationId="{74488688-30D4-29C8-644F-97194CF3D8A9}"/>
          </ac:spMkLst>
        </pc:spChg>
        <pc:spChg chg="mod">
          <ac:chgData name="Shang-Wei Lin" userId="d614b8a91a354671" providerId="LiveId" clId="{C4327218-6B19-B142-AF22-5F9DAF7A6BF2}" dt="2022-08-14T10:01:51.883" v="869" actId="20577"/>
          <ac:spMkLst>
            <pc:docMk/>
            <pc:sldMk cId="3612445855" sldId="538"/>
            <ac:spMk id="49" creationId="{2432B597-5DCB-7DC6-544D-5A8F36CB4689}"/>
          </ac:spMkLst>
        </pc:spChg>
        <pc:spChg chg="mod">
          <ac:chgData name="Shang-Wei Lin" userId="d614b8a91a354671" providerId="LiveId" clId="{C4327218-6B19-B142-AF22-5F9DAF7A6BF2}" dt="2022-08-14T10:01:51.883" v="869" actId="20577"/>
          <ac:spMkLst>
            <pc:docMk/>
            <pc:sldMk cId="3612445855" sldId="538"/>
            <ac:spMk id="50" creationId="{5555E351-7F57-7389-D040-887A81218C4D}"/>
          </ac:spMkLst>
        </pc:spChg>
        <pc:spChg chg="add mod">
          <ac:chgData name="Shang-Wei Lin" userId="d614b8a91a354671" providerId="LiveId" clId="{C4327218-6B19-B142-AF22-5F9DAF7A6BF2}" dt="2022-08-14T09:56:25.457" v="852" actId="164"/>
          <ac:spMkLst>
            <pc:docMk/>
            <pc:sldMk cId="3612445855" sldId="538"/>
            <ac:spMk id="58" creationId="{DF5168DF-4468-76BC-DB25-CF3330CAF942}"/>
          </ac:spMkLst>
        </pc:spChg>
        <pc:spChg chg="add mod">
          <ac:chgData name="Shang-Wei Lin" userId="d614b8a91a354671" providerId="LiveId" clId="{C4327218-6B19-B142-AF22-5F9DAF7A6BF2}" dt="2022-08-14T09:46:35.765" v="780" actId="1076"/>
          <ac:spMkLst>
            <pc:docMk/>
            <pc:sldMk cId="3612445855" sldId="538"/>
            <ac:spMk id="60" creationId="{4E9CBF71-A894-E249-1D1B-B9B09950715A}"/>
          </ac:spMkLst>
        </pc:spChg>
        <pc:spChg chg="add mod">
          <ac:chgData name="Shang-Wei Lin" userId="d614b8a91a354671" providerId="LiveId" clId="{C4327218-6B19-B142-AF22-5F9DAF7A6BF2}" dt="2022-08-14T09:56:36.687" v="854" actId="164"/>
          <ac:spMkLst>
            <pc:docMk/>
            <pc:sldMk cId="3612445855" sldId="538"/>
            <ac:spMk id="61" creationId="{D6EBE656-3083-D1AE-C893-98349DF87D10}"/>
          </ac:spMkLst>
        </pc:spChg>
        <pc:spChg chg="add mod">
          <ac:chgData name="Shang-Wei Lin" userId="d614b8a91a354671" providerId="LiveId" clId="{C4327218-6B19-B142-AF22-5F9DAF7A6BF2}" dt="2022-08-14T09:57:12.135" v="859" actId="164"/>
          <ac:spMkLst>
            <pc:docMk/>
            <pc:sldMk cId="3612445855" sldId="538"/>
            <ac:spMk id="62" creationId="{63AB2FF7-F6AF-5E7B-F085-85F5734E3B09}"/>
          </ac:spMkLst>
        </pc:spChg>
        <pc:spChg chg="add mod">
          <ac:chgData name="Shang-Wei Lin" userId="d614b8a91a354671" providerId="LiveId" clId="{C4327218-6B19-B142-AF22-5F9DAF7A6BF2}" dt="2022-08-14T09:57:01.595" v="857" actId="164"/>
          <ac:spMkLst>
            <pc:docMk/>
            <pc:sldMk cId="3612445855" sldId="538"/>
            <ac:spMk id="29696" creationId="{85107895-A5A0-101E-7FA5-55004809C6AD}"/>
          </ac:spMkLst>
        </pc:spChg>
        <pc:spChg chg="add del mod">
          <ac:chgData name="Shang-Wei Lin" userId="d614b8a91a354671" providerId="LiveId" clId="{C4327218-6B19-B142-AF22-5F9DAF7A6BF2}" dt="2022-08-14T09:57:19.474" v="861" actId="478"/>
          <ac:spMkLst>
            <pc:docMk/>
            <pc:sldMk cId="3612445855" sldId="538"/>
            <ac:spMk id="29697" creationId="{278C12D9-F74E-55F7-C8B6-065FF212C174}"/>
          </ac:spMkLst>
        </pc:spChg>
        <pc:spChg chg="add mod">
          <ac:chgData name="Shang-Wei Lin" userId="d614b8a91a354671" providerId="LiveId" clId="{C4327218-6B19-B142-AF22-5F9DAF7A6BF2}" dt="2022-08-14T10:01:51.883" v="869" actId="20577"/>
          <ac:spMkLst>
            <pc:docMk/>
            <pc:sldMk cId="3612445855" sldId="538"/>
            <ac:spMk id="29699" creationId="{DFC0DA73-A48B-8168-4274-2361BCB16E68}"/>
          </ac:spMkLst>
        </pc:spChg>
        <pc:spChg chg="add mod">
          <ac:chgData name="Shang-Wei Lin" userId="d614b8a91a354671" providerId="LiveId" clId="{C4327218-6B19-B142-AF22-5F9DAF7A6BF2}" dt="2022-08-14T09:57:43.808" v="865" actId="164"/>
          <ac:spMkLst>
            <pc:docMk/>
            <pc:sldMk cId="3612445855" sldId="538"/>
            <ac:spMk id="29702" creationId="{90468FBB-039F-C328-6BCA-EC08770C35ED}"/>
          </ac:spMkLst>
        </pc:spChg>
        <pc:spChg chg="del mod topLvl">
          <ac:chgData name="Shang-Wei Lin" userId="d614b8a91a354671" providerId="LiveId" clId="{C4327218-6B19-B142-AF22-5F9DAF7A6BF2}" dt="2022-08-14T09:35:37.393" v="718" actId="478"/>
          <ac:spMkLst>
            <pc:docMk/>
            <pc:sldMk cId="3612445855" sldId="538"/>
            <ac:spMk id="29703" creationId="{14BBB3D9-F4A8-F41B-9C2C-B0AD2C131083}"/>
          </ac:spMkLst>
        </pc:spChg>
        <pc:spChg chg="del mod topLvl">
          <ac:chgData name="Shang-Wei Lin" userId="d614b8a91a354671" providerId="LiveId" clId="{C4327218-6B19-B142-AF22-5F9DAF7A6BF2}" dt="2022-08-14T09:38:21.529" v="732" actId="478"/>
          <ac:spMkLst>
            <pc:docMk/>
            <pc:sldMk cId="3612445855" sldId="538"/>
            <ac:spMk id="29706" creationId="{652A019B-321E-5DA4-EB70-402D818320D4}"/>
          </ac:spMkLst>
        </pc:spChg>
        <pc:spChg chg="del mod topLvl">
          <ac:chgData name="Shang-Wei Lin" userId="d614b8a91a354671" providerId="LiveId" clId="{C4327218-6B19-B142-AF22-5F9DAF7A6BF2}" dt="2022-08-14T09:47:54.662" v="805" actId="478"/>
          <ac:spMkLst>
            <pc:docMk/>
            <pc:sldMk cId="3612445855" sldId="538"/>
            <ac:spMk id="29712" creationId="{CC0B66EE-5773-86E9-0033-AFE5D40DC307}"/>
          </ac:spMkLst>
        </pc:spChg>
        <pc:spChg chg="del mod topLvl">
          <ac:chgData name="Shang-Wei Lin" userId="d614b8a91a354671" providerId="LiveId" clId="{C4327218-6B19-B142-AF22-5F9DAF7A6BF2}" dt="2022-08-14T09:41:11.005" v="756" actId="478"/>
          <ac:spMkLst>
            <pc:docMk/>
            <pc:sldMk cId="3612445855" sldId="538"/>
            <ac:spMk id="29717" creationId="{EA5A93E3-1646-B340-6E40-63A5423ADA52}"/>
          </ac:spMkLst>
        </pc:spChg>
        <pc:spChg chg="del mod topLvl">
          <ac:chgData name="Shang-Wei Lin" userId="d614b8a91a354671" providerId="LiveId" clId="{C4327218-6B19-B142-AF22-5F9DAF7A6BF2}" dt="2022-08-14T09:49:02.419" v="820" actId="478"/>
          <ac:spMkLst>
            <pc:docMk/>
            <pc:sldMk cId="3612445855" sldId="538"/>
            <ac:spMk id="29720" creationId="{0E600385-B864-340A-D419-BE7396045B0E}"/>
          </ac:spMkLst>
        </pc:spChg>
        <pc:spChg chg="del mod topLvl">
          <ac:chgData name="Shang-Wei Lin" userId="d614b8a91a354671" providerId="LiveId" clId="{C4327218-6B19-B142-AF22-5F9DAF7A6BF2}" dt="2022-08-14T09:49:41.309" v="829" actId="478"/>
          <ac:spMkLst>
            <pc:docMk/>
            <pc:sldMk cId="3612445855" sldId="538"/>
            <ac:spMk id="29723" creationId="{7A41ED8E-A2C4-78BB-F74C-4F3CAB84BD6E}"/>
          </ac:spMkLst>
        </pc:spChg>
        <pc:spChg chg="mod topLvl">
          <ac:chgData name="Shang-Wei Lin" userId="d614b8a91a354671" providerId="LiveId" clId="{C4327218-6B19-B142-AF22-5F9DAF7A6BF2}" dt="2022-08-14T09:52:33.367" v="843" actId="164"/>
          <ac:spMkLst>
            <pc:docMk/>
            <pc:sldMk cId="3612445855" sldId="538"/>
            <ac:spMk id="29738" creationId="{52D149DB-5660-72C0-2FE5-C647F6FB9FE8}"/>
          </ac:spMkLst>
        </pc:spChg>
        <pc:spChg chg="del mod topLvl">
          <ac:chgData name="Shang-Wei Lin" userId="d614b8a91a354671" providerId="LiveId" clId="{C4327218-6B19-B142-AF22-5F9DAF7A6BF2}" dt="2022-08-14T09:48:11.050" v="808" actId="478"/>
          <ac:spMkLst>
            <pc:docMk/>
            <pc:sldMk cId="3612445855" sldId="538"/>
            <ac:spMk id="29748" creationId="{E8EB508C-DBD9-3959-CA55-1EE2B74DFD2A}"/>
          </ac:spMkLst>
        </pc:spChg>
        <pc:grpChg chg="mod topLvl">
          <ac:chgData name="Shang-Wei Lin" userId="d614b8a91a354671" providerId="LiveId" clId="{C4327218-6B19-B142-AF22-5F9DAF7A6BF2}" dt="2022-08-14T09:51:11.029" v="839" actId="164"/>
          <ac:grpSpMkLst>
            <pc:docMk/>
            <pc:sldMk cId="3612445855" sldId="538"/>
            <ac:grpSpMk id="23" creationId="{63EBD386-A3C6-47AD-C489-7974335B7D5C}"/>
          </ac:grpSpMkLst>
        </pc:grpChg>
        <pc:grpChg chg="mod topLvl">
          <ac:chgData name="Shang-Wei Lin" userId="d614b8a91a354671" providerId="LiveId" clId="{C4327218-6B19-B142-AF22-5F9DAF7A6BF2}" dt="2022-08-14T09:56:25.457" v="852" actId="164"/>
          <ac:grpSpMkLst>
            <pc:docMk/>
            <pc:sldMk cId="3612445855" sldId="538"/>
            <ac:grpSpMk id="24" creationId="{329FB58E-67CC-CE9E-3BDA-2DF9AB561D69}"/>
          </ac:grpSpMkLst>
        </pc:grpChg>
        <pc:grpChg chg="mod topLvl">
          <ac:chgData name="Shang-Wei Lin" userId="d614b8a91a354671" providerId="LiveId" clId="{C4327218-6B19-B142-AF22-5F9DAF7A6BF2}" dt="2022-08-14T09:51:43.113" v="841" actId="164"/>
          <ac:grpSpMkLst>
            <pc:docMk/>
            <pc:sldMk cId="3612445855" sldId="538"/>
            <ac:grpSpMk id="29" creationId="{BD5AF455-5254-6A8A-75AE-C5E9F3624BBB}"/>
          </ac:grpSpMkLst>
        </pc:grpChg>
        <pc:grpChg chg="mod topLvl">
          <ac:chgData name="Shang-Wei Lin" userId="d614b8a91a354671" providerId="LiveId" clId="{C4327218-6B19-B142-AF22-5F9DAF7A6BF2}" dt="2022-08-14T09:56:36.687" v="854" actId="164"/>
          <ac:grpSpMkLst>
            <pc:docMk/>
            <pc:sldMk cId="3612445855" sldId="538"/>
            <ac:grpSpMk id="34" creationId="{E4E93D97-1DAC-C5A3-7E2A-9839BCFC1C5B}"/>
          </ac:grpSpMkLst>
        </pc:grpChg>
        <pc:grpChg chg="mod topLvl">
          <ac:chgData name="Shang-Wei Lin" userId="d614b8a91a354671" providerId="LiveId" clId="{C4327218-6B19-B142-AF22-5F9DAF7A6BF2}" dt="2022-08-14T09:52:33.367" v="843" actId="164"/>
          <ac:grpSpMkLst>
            <pc:docMk/>
            <pc:sldMk cId="3612445855" sldId="538"/>
            <ac:grpSpMk id="35" creationId="{09B5B5A3-9366-B813-0CA3-5591E1B35DB0}"/>
          </ac:grpSpMkLst>
        </pc:grpChg>
        <pc:grpChg chg="mod topLvl">
          <ac:chgData name="Shang-Wei Lin" userId="d614b8a91a354671" providerId="LiveId" clId="{C4327218-6B19-B142-AF22-5F9DAF7A6BF2}" dt="2022-08-14T09:57:01.595" v="857" actId="164"/>
          <ac:grpSpMkLst>
            <pc:docMk/>
            <pc:sldMk cId="3612445855" sldId="538"/>
            <ac:grpSpMk id="39" creationId="{B729483F-4247-E3CB-C38F-6554150F7210}"/>
          </ac:grpSpMkLst>
        </pc:grpChg>
        <pc:grpChg chg="mod topLvl">
          <ac:chgData name="Shang-Wei Lin" userId="d614b8a91a354671" providerId="LiveId" clId="{C4327218-6B19-B142-AF22-5F9DAF7A6BF2}" dt="2022-08-14T09:55:53.189" v="850" actId="164"/>
          <ac:grpSpMkLst>
            <pc:docMk/>
            <pc:sldMk cId="3612445855" sldId="538"/>
            <ac:grpSpMk id="43" creationId="{92EB3443-632D-FB12-52A2-0DD0AEA95375}"/>
          </ac:grpSpMkLst>
        </pc:grpChg>
        <pc:grpChg chg="mod topLvl">
          <ac:chgData name="Shang-Wei Lin" userId="d614b8a91a354671" providerId="LiveId" clId="{C4327218-6B19-B142-AF22-5F9DAF7A6BF2}" dt="2022-08-14T10:01:51.883" v="869" actId="20577"/>
          <ac:grpSpMkLst>
            <pc:docMk/>
            <pc:sldMk cId="3612445855" sldId="538"/>
            <ac:grpSpMk id="47" creationId="{4B3C239B-55D6-AA35-F75C-2FAA518B164A}"/>
          </ac:grpSpMkLst>
        </pc:grpChg>
        <pc:grpChg chg="mod">
          <ac:chgData name="Shang-Wei Lin" userId="d614b8a91a354671" providerId="LiveId" clId="{C4327218-6B19-B142-AF22-5F9DAF7A6BF2}" dt="2022-08-14T09:57:43.808" v="865" actId="164"/>
          <ac:grpSpMkLst>
            <pc:docMk/>
            <pc:sldMk cId="3612445855" sldId="538"/>
            <ac:grpSpMk id="51" creationId="{524C4CC7-3111-260C-21D5-C1DC8EC13577}"/>
          </ac:grpSpMkLst>
        </pc:grpChg>
        <pc:grpChg chg="add mod">
          <ac:chgData name="Shang-Wei Lin" userId="d614b8a91a354671" providerId="LiveId" clId="{C4327218-6B19-B142-AF22-5F9DAF7A6BF2}" dt="2022-08-14T09:51:11.029" v="839" actId="164"/>
          <ac:grpSpMkLst>
            <pc:docMk/>
            <pc:sldMk cId="3612445855" sldId="538"/>
            <ac:grpSpMk id="29708" creationId="{CAA488D2-7C83-32E4-5DBF-534C8332A15A}"/>
          </ac:grpSpMkLst>
        </pc:grpChg>
        <pc:grpChg chg="add mod">
          <ac:chgData name="Shang-Wei Lin" userId="d614b8a91a354671" providerId="LiveId" clId="{C4327218-6B19-B142-AF22-5F9DAF7A6BF2}" dt="2022-08-14T09:51:43.113" v="841" actId="164"/>
          <ac:grpSpMkLst>
            <pc:docMk/>
            <pc:sldMk cId="3612445855" sldId="538"/>
            <ac:grpSpMk id="29709" creationId="{1CC28A70-B295-DF36-73A8-3432567ADA6B}"/>
          </ac:grpSpMkLst>
        </pc:grpChg>
        <pc:grpChg chg="add mod">
          <ac:chgData name="Shang-Wei Lin" userId="d614b8a91a354671" providerId="LiveId" clId="{C4327218-6B19-B142-AF22-5F9DAF7A6BF2}" dt="2022-08-14T09:52:33.367" v="843" actId="164"/>
          <ac:grpSpMkLst>
            <pc:docMk/>
            <pc:sldMk cId="3612445855" sldId="538"/>
            <ac:grpSpMk id="29713" creationId="{E42B8714-EA6C-A4A5-5BAD-8613FBDACF5C}"/>
          </ac:grpSpMkLst>
        </pc:grpChg>
        <pc:grpChg chg="add mod">
          <ac:chgData name="Shang-Wei Lin" userId="d614b8a91a354671" providerId="LiveId" clId="{C4327218-6B19-B142-AF22-5F9DAF7A6BF2}" dt="2022-08-14T09:53:14.542" v="845" actId="164"/>
          <ac:grpSpMkLst>
            <pc:docMk/>
            <pc:sldMk cId="3612445855" sldId="538"/>
            <ac:grpSpMk id="29716" creationId="{9E0A8F45-7759-211A-3A9E-BDFA17A7F3CA}"/>
          </ac:grpSpMkLst>
        </pc:grpChg>
        <pc:grpChg chg="add mod">
          <ac:chgData name="Shang-Wei Lin" userId="d614b8a91a354671" providerId="LiveId" clId="{C4327218-6B19-B142-AF22-5F9DAF7A6BF2}" dt="2022-08-14T09:55:20.520" v="848" actId="164"/>
          <ac:grpSpMkLst>
            <pc:docMk/>
            <pc:sldMk cId="3612445855" sldId="538"/>
            <ac:grpSpMk id="29724" creationId="{A7360435-37C5-A933-1E35-AA997AC527B4}"/>
          </ac:grpSpMkLst>
        </pc:grpChg>
        <pc:grpChg chg="add mod">
          <ac:chgData name="Shang-Wei Lin" userId="d614b8a91a354671" providerId="LiveId" clId="{C4327218-6B19-B142-AF22-5F9DAF7A6BF2}" dt="2022-08-14T09:55:53.189" v="850" actId="164"/>
          <ac:grpSpMkLst>
            <pc:docMk/>
            <pc:sldMk cId="3612445855" sldId="538"/>
            <ac:grpSpMk id="29725" creationId="{B392835A-76BA-CA1B-AFA9-322FA08F4087}"/>
          </ac:grpSpMkLst>
        </pc:grpChg>
        <pc:grpChg chg="del mod topLvl">
          <ac:chgData name="Shang-Wei Lin" userId="d614b8a91a354671" providerId="LiveId" clId="{C4327218-6B19-B142-AF22-5F9DAF7A6BF2}" dt="2022-08-14T09:35:31.520" v="717" actId="165"/>
          <ac:grpSpMkLst>
            <pc:docMk/>
            <pc:sldMk cId="3612445855" sldId="538"/>
            <ac:grpSpMk id="29726" creationId="{5666AB1A-448F-B954-F0C8-F4826D82790B}"/>
          </ac:grpSpMkLst>
        </pc:grpChg>
        <pc:grpChg chg="del">
          <ac:chgData name="Shang-Wei Lin" userId="d614b8a91a354671" providerId="LiveId" clId="{C4327218-6B19-B142-AF22-5F9DAF7A6BF2}" dt="2022-08-14T09:35:25.484" v="716" actId="165"/>
          <ac:grpSpMkLst>
            <pc:docMk/>
            <pc:sldMk cId="3612445855" sldId="538"/>
            <ac:grpSpMk id="29727" creationId="{7D84E26D-787D-37C9-25A7-030EE51D04FB}"/>
          </ac:grpSpMkLst>
        </pc:grpChg>
        <pc:grpChg chg="del mod topLvl">
          <ac:chgData name="Shang-Wei Lin" userId="d614b8a91a354671" providerId="LiveId" clId="{C4327218-6B19-B142-AF22-5F9DAF7A6BF2}" dt="2022-08-14T09:38:18.377" v="731" actId="165"/>
          <ac:grpSpMkLst>
            <pc:docMk/>
            <pc:sldMk cId="3612445855" sldId="538"/>
            <ac:grpSpMk id="29728" creationId="{CD60754E-261B-F071-73D5-BD8F07495C90}"/>
          </ac:grpSpMkLst>
        </pc:grpChg>
        <pc:grpChg chg="del mod topLvl">
          <ac:chgData name="Shang-Wei Lin" userId="d614b8a91a354671" providerId="LiveId" clId="{C4327218-6B19-B142-AF22-5F9DAF7A6BF2}" dt="2022-08-14T09:47:51.719" v="804" actId="165"/>
          <ac:grpSpMkLst>
            <pc:docMk/>
            <pc:sldMk cId="3612445855" sldId="538"/>
            <ac:grpSpMk id="29729" creationId="{CB320E59-7B04-70D0-867B-42D940F35CC3}"/>
          </ac:grpSpMkLst>
        </pc:grpChg>
        <pc:grpChg chg="del">
          <ac:chgData name="Shang-Wei Lin" userId="d614b8a91a354671" providerId="LiveId" clId="{C4327218-6B19-B142-AF22-5F9DAF7A6BF2}" dt="2022-08-14T09:38:13.366" v="730" actId="165"/>
          <ac:grpSpMkLst>
            <pc:docMk/>
            <pc:sldMk cId="3612445855" sldId="538"/>
            <ac:grpSpMk id="29730" creationId="{D044035D-E066-A6D1-1AB1-900C9CE37A88}"/>
          </ac:grpSpMkLst>
        </pc:grpChg>
        <pc:grpChg chg="del">
          <ac:chgData name="Shang-Wei Lin" userId="d614b8a91a354671" providerId="LiveId" clId="{C4327218-6B19-B142-AF22-5F9DAF7A6BF2}" dt="2022-08-14T09:47:46.373" v="803" actId="165"/>
          <ac:grpSpMkLst>
            <pc:docMk/>
            <pc:sldMk cId="3612445855" sldId="538"/>
            <ac:grpSpMk id="29731" creationId="{51773149-79E7-5A30-D169-3BE70284CB9A}"/>
          </ac:grpSpMkLst>
        </pc:grpChg>
        <pc:grpChg chg="del mod topLvl">
          <ac:chgData name="Shang-Wei Lin" userId="d614b8a91a354671" providerId="LiveId" clId="{C4327218-6B19-B142-AF22-5F9DAF7A6BF2}" dt="2022-08-14T09:41:07.693" v="755" actId="165"/>
          <ac:grpSpMkLst>
            <pc:docMk/>
            <pc:sldMk cId="3612445855" sldId="538"/>
            <ac:grpSpMk id="29732" creationId="{149103EB-D928-765B-7A4B-D0CBFC364014}"/>
          </ac:grpSpMkLst>
        </pc:grpChg>
        <pc:grpChg chg="del mod topLvl">
          <ac:chgData name="Shang-Wei Lin" userId="d614b8a91a354671" providerId="LiveId" clId="{C4327218-6B19-B142-AF22-5F9DAF7A6BF2}" dt="2022-08-14T09:48:59.002" v="819" actId="165"/>
          <ac:grpSpMkLst>
            <pc:docMk/>
            <pc:sldMk cId="3612445855" sldId="538"/>
            <ac:grpSpMk id="29733" creationId="{344D4BDC-01F4-0386-217D-9AFE04E57000}"/>
          </ac:grpSpMkLst>
        </pc:grpChg>
        <pc:grpChg chg="del">
          <ac:chgData name="Shang-Wei Lin" userId="d614b8a91a354671" providerId="LiveId" clId="{C4327218-6B19-B142-AF22-5F9DAF7A6BF2}" dt="2022-08-14T09:49:37.629" v="827" actId="165"/>
          <ac:grpSpMkLst>
            <pc:docMk/>
            <pc:sldMk cId="3612445855" sldId="538"/>
            <ac:grpSpMk id="29734" creationId="{0ED17114-77FB-D095-8C7F-F797C5E107BA}"/>
          </ac:grpSpMkLst>
        </pc:grpChg>
        <pc:grpChg chg="add mod">
          <ac:chgData name="Shang-Wei Lin" userId="d614b8a91a354671" providerId="LiveId" clId="{C4327218-6B19-B142-AF22-5F9DAF7A6BF2}" dt="2022-08-14T09:56:25.457" v="852" actId="164"/>
          <ac:grpSpMkLst>
            <pc:docMk/>
            <pc:sldMk cId="3612445855" sldId="538"/>
            <ac:grpSpMk id="29735" creationId="{3FCA0DDB-6F5D-4746-0FE5-04F56BBAB308}"/>
          </ac:grpSpMkLst>
        </pc:grpChg>
        <pc:grpChg chg="add mod">
          <ac:chgData name="Shang-Wei Lin" userId="d614b8a91a354671" providerId="LiveId" clId="{C4327218-6B19-B142-AF22-5F9DAF7A6BF2}" dt="2022-08-14T09:56:36.687" v="854" actId="164"/>
          <ac:grpSpMkLst>
            <pc:docMk/>
            <pc:sldMk cId="3612445855" sldId="538"/>
            <ac:grpSpMk id="29739" creationId="{E5629AB2-DC5B-C910-82F6-5D7FE0DB2346}"/>
          </ac:grpSpMkLst>
        </pc:grpChg>
        <pc:grpChg chg="add mod">
          <ac:chgData name="Shang-Wei Lin" userId="d614b8a91a354671" providerId="LiveId" clId="{C4327218-6B19-B142-AF22-5F9DAF7A6BF2}" dt="2022-08-14T09:57:01.595" v="857" actId="164"/>
          <ac:grpSpMkLst>
            <pc:docMk/>
            <pc:sldMk cId="3612445855" sldId="538"/>
            <ac:grpSpMk id="29740" creationId="{7DEDF6B0-C364-5A9D-FC35-CC2C42215B47}"/>
          </ac:grpSpMkLst>
        </pc:grpChg>
        <pc:grpChg chg="add mod">
          <ac:chgData name="Shang-Wei Lin" userId="d614b8a91a354671" providerId="LiveId" clId="{C4327218-6B19-B142-AF22-5F9DAF7A6BF2}" dt="2022-08-14T09:57:12.135" v="859" actId="164"/>
          <ac:grpSpMkLst>
            <pc:docMk/>
            <pc:sldMk cId="3612445855" sldId="538"/>
            <ac:grpSpMk id="29741" creationId="{9C3EB89F-2705-8ECF-4BD7-CD32BE30FCE9}"/>
          </ac:grpSpMkLst>
        </pc:grpChg>
        <pc:grpChg chg="add mod">
          <ac:chgData name="Shang-Wei Lin" userId="d614b8a91a354671" providerId="LiveId" clId="{C4327218-6B19-B142-AF22-5F9DAF7A6BF2}" dt="2022-08-14T09:57:25.449" v="862" actId="164"/>
          <ac:grpSpMkLst>
            <pc:docMk/>
            <pc:sldMk cId="3612445855" sldId="538"/>
            <ac:grpSpMk id="29742" creationId="{1CC1F6F2-905E-7E47-BFA5-C98465F95B18}"/>
          </ac:grpSpMkLst>
        </pc:grpChg>
        <pc:grpChg chg="del mod topLvl">
          <ac:chgData name="Shang-Wei Lin" userId="d614b8a91a354671" providerId="LiveId" clId="{C4327218-6B19-B142-AF22-5F9DAF7A6BF2}" dt="2022-08-14T09:38:45.012" v="734" actId="165"/>
          <ac:grpSpMkLst>
            <pc:docMk/>
            <pc:sldMk cId="3612445855" sldId="538"/>
            <ac:grpSpMk id="29744" creationId="{58AFA074-4156-F5F4-9256-9991EC3F559B}"/>
          </ac:grpSpMkLst>
        </pc:grpChg>
        <pc:grpChg chg="add mod">
          <ac:chgData name="Shang-Wei Lin" userId="d614b8a91a354671" providerId="LiveId" clId="{C4327218-6B19-B142-AF22-5F9DAF7A6BF2}" dt="2022-08-14T10:01:51.883" v="869" actId="20577"/>
          <ac:grpSpMkLst>
            <pc:docMk/>
            <pc:sldMk cId="3612445855" sldId="538"/>
            <ac:grpSpMk id="29745" creationId="{6979834D-9988-F24E-46B8-FF0BAFBA5E52}"/>
          </ac:grpSpMkLst>
        </pc:grpChg>
        <pc:grpChg chg="del mod topLvl">
          <ac:chgData name="Shang-Wei Lin" userId="d614b8a91a354671" providerId="LiveId" clId="{C4327218-6B19-B142-AF22-5F9DAF7A6BF2}" dt="2022-08-14T09:48:08.358" v="807" actId="165"/>
          <ac:grpSpMkLst>
            <pc:docMk/>
            <pc:sldMk cId="3612445855" sldId="538"/>
            <ac:grpSpMk id="29750" creationId="{2F1176CE-660A-15FE-C7C2-5E2448D8A172}"/>
          </ac:grpSpMkLst>
        </pc:grpChg>
        <pc:grpChg chg="del">
          <ac:chgData name="Shang-Wei Lin" userId="d614b8a91a354671" providerId="LiveId" clId="{C4327218-6B19-B142-AF22-5F9DAF7A6BF2}" dt="2022-08-14T09:38:33.875" v="733" actId="165"/>
          <ac:grpSpMkLst>
            <pc:docMk/>
            <pc:sldMk cId="3612445855" sldId="538"/>
            <ac:grpSpMk id="29751" creationId="{5FC641D3-8FD5-41A4-99BC-239B4964631C}"/>
          </ac:grpSpMkLst>
        </pc:grpChg>
        <pc:grpChg chg="del">
          <ac:chgData name="Shang-Wei Lin" userId="d614b8a91a354671" providerId="LiveId" clId="{C4327218-6B19-B142-AF22-5F9DAF7A6BF2}" dt="2022-08-14T09:41:00.771" v="754" actId="165"/>
          <ac:grpSpMkLst>
            <pc:docMk/>
            <pc:sldMk cId="3612445855" sldId="538"/>
            <ac:grpSpMk id="29752" creationId="{8D962527-AD53-A266-E302-EC72565C5773}"/>
          </ac:grpSpMkLst>
        </pc:grpChg>
        <pc:grpChg chg="del mod topLvl">
          <ac:chgData name="Shang-Wei Lin" userId="d614b8a91a354671" providerId="LiveId" clId="{C4327218-6B19-B142-AF22-5F9DAF7A6BF2}" dt="2022-08-14T09:56:52.319" v="856" actId="165"/>
          <ac:grpSpMkLst>
            <pc:docMk/>
            <pc:sldMk cId="3612445855" sldId="538"/>
            <ac:grpSpMk id="29753" creationId="{63B53F92-2810-571D-5A6B-7E303575D369}"/>
          </ac:grpSpMkLst>
        </pc:grpChg>
        <pc:grpChg chg="del">
          <ac:chgData name="Shang-Wei Lin" userId="d614b8a91a354671" providerId="LiveId" clId="{C4327218-6B19-B142-AF22-5F9DAF7A6BF2}" dt="2022-08-14T09:48:03.881" v="806" actId="165"/>
          <ac:grpSpMkLst>
            <pc:docMk/>
            <pc:sldMk cId="3612445855" sldId="538"/>
            <ac:grpSpMk id="29754" creationId="{A7D69AF9-9E49-E2DF-5702-1155CAA2B239}"/>
          </ac:grpSpMkLst>
        </pc:grpChg>
        <pc:grpChg chg="del">
          <ac:chgData name="Shang-Wei Lin" userId="d614b8a91a354671" providerId="LiveId" clId="{C4327218-6B19-B142-AF22-5F9DAF7A6BF2}" dt="2022-08-14T09:45:55.996" v="776" actId="165"/>
          <ac:grpSpMkLst>
            <pc:docMk/>
            <pc:sldMk cId="3612445855" sldId="538"/>
            <ac:grpSpMk id="29755" creationId="{53D744DA-693D-9701-C01F-A40179706201}"/>
          </ac:grpSpMkLst>
        </pc:grpChg>
        <pc:grpChg chg="add mod">
          <ac:chgData name="Shang-Wei Lin" userId="d614b8a91a354671" providerId="LiveId" clId="{C4327218-6B19-B142-AF22-5F9DAF7A6BF2}" dt="2022-08-14T09:57:43.808" v="865" actId="164"/>
          <ac:grpSpMkLst>
            <pc:docMk/>
            <pc:sldMk cId="3612445855" sldId="538"/>
            <ac:grpSpMk id="29756" creationId="{5ADE546E-BEE5-CBD1-C292-ADE74A741A08}"/>
          </ac:grpSpMkLst>
        </pc:grpChg>
        <pc:cxnChg chg="mod topLvl">
          <ac:chgData name="Shang-Wei Lin" userId="d614b8a91a354671" providerId="LiveId" clId="{C4327218-6B19-B142-AF22-5F9DAF7A6BF2}" dt="2022-08-14T09:51:11.029" v="839" actId="164"/>
          <ac:cxnSpMkLst>
            <pc:docMk/>
            <pc:sldMk cId="3612445855" sldId="538"/>
            <ac:cxnSpMk id="59" creationId="{5C02642B-BF79-2A66-BAAA-5EA789B10783}"/>
          </ac:cxnSpMkLst>
        </pc:cxnChg>
        <pc:cxnChg chg="add mod">
          <ac:chgData name="Shang-Wei Lin" userId="d614b8a91a354671" providerId="LiveId" clId="{C4327218-6B19-B142-AF22-5F9DAF7A6BF2}" dt="2022-08-14T09:57:01.595" v="857" actId="164"/>
          <ac:cxnSpMkLst>
            <pc:docMk/>
            <pc:sldMk cId="3612445855" sldId="538"/>
            <ac:cxnSpMk id="63" creationId="{62B8B58E-CBD6-3BF9-E2B8-3047D308BC35}"/>
          </ac:cxnSpMkLst>
        </pc:cxnChg>
        <pc:cxnChg chg="add mod">
          <ac:chgData name="Shang-Wei Lin" userId="d614b8a91a354671" providerId="LiveId" clId="{C4327218-6B19-B142-AF22-5F9DAF7A6BF2}" dt="2022-08-14T10:01:51.883" v="869" actId="20577"/>
          <ac:cxnSpMkLst>
            <pc:docMk/>
            <pc:sldMk cId="3612445855" sldId="538"/>
            <ac:cxnSpMk id="29698" creationId="{BB04F1B0-5440-85AB-303E-2B95C4F7CFD9}"/>
          </ac:cxnSpMkLst>
        </pc:cxnChg>
        <pc:cxnChg chg="mod topLvl">
          <ac:chgData name="Shang-Wei Lin" userId="d614b8a91a354671" providerId="LiveId" clId="{C4327218-6B19-B142-AF22-5F9DAF7A6BF2}" dt="2022-08-14T09:56:25.457" v="852" actId="164"/>
          <ac:cxnSpMkLst>
            <pc:docMk/>
            <pc:sldMk cId="3612445855" sldId="538"/>
            <ac:cxnSpMk id="29700" creationId="{BCBCD8DF-D728-C9E9-B758-516F95A068E5}"/>
          </ac:cxnSpMkLst>
        </pc:cxnChg>
        <pc:cxnChg chg="add mod">
          <ac:chgData name="Shang-Wei Lin" userId="d614b8a91a354671" providerId="LiveId" clId="{C4327218-6B19-B142-AF22-5F9DAF7A6BF2}" dt="2022-08-14T09:57:43.808" v="865" actId="164"/>
          <ac:cxnSpMkLst>
            <pc:docMk/>
            <pc:sldMk cId="3612445855" sldId="538"/>
            <ac:cxnSpMk id="29701" creationId="{469EB1A5-3843-5BC7-5473-5FB766E94517}"/>
          </ac:cxnSpMkLst>
        </pc:cxnChg>
        <pc:cxnChg chg="mod topLvl">
          <ac:chgData name="Shang-Wei Lin" userId="d614b8a91a354671" providerId="LiveId" clId="{C4327218-6B19-B142-AF22-5F9DAF7A6BF2}" dt="2022-08-14T09:51:43.113" v="841" actId="164"/>
          <ac:cxnSpMkLst>
            <pc:docMk/>
            <pc:sldMk cId="3612445855" sldId="538"/>
            <ac:cxnSpMk id="29704" creationId="{22DEA16E-9E05-4665-34E9-3520B2EA0D9D}"/>
          </ac:cxnSpMkLst>
        </pc:cxnChg>
        <pc:cxnChg chg="mod topLvl">
          <ac:chgData name="Shang-Wei Lin" userId="d614b8a91a354671" providerId="LiveId" clId="{C4327218-6B19-B142-AF22-5F9DAF7A6BF2}" dt="2022-08-14T09:53:14.542" v="845" actId="164"/>
          <ac:cxnSpMkLst>
            <pc:docMk/>
            <pc:sldMk cId="3612445855" sldId="538"/>
            <ac:cxnSpMk id="29705" creationId="{FF6AD74C-D295-2BD4-07A5-4CB39F4B79CF}"/>
          </ac:cxnSpMkLst>
        </pc:cxnChg>
        <pc:cxnChg chg="mod topLvl">
          <ac:chgData name="Shang-Wei Lin" userId="d614b8a91a354671" providerId="LiveId" clId="{C4327218-6B19-B142-AF22-5F9DAF7A6BF2}" dt="2022-08-14T09:56:36.687" v="854" actId="164"/>
          <ac:cxnSpMkLst>
            <pc:docMk/>
            <pc:sldMk cId="3612445855" sldId="538"/>
            <ac:cxnSpMk id="29710" creationId="{F2938C86-DFEB-1FC0-4A17-ACD0CBD89EC7}"/>
          </ac:cxnSpMkLst>
        </pc:cxnChg>
        <pc:cxnChg chg="mod topLvl">
          <ac:chgData name="Shang-Wei Lin" userId="d614b8a91a354671" providerId="LiveId" clId="{C4327218-6B19-B142-AF22-5F9DAF7A6BF2}" dt="2022-08-14T09:57:12.135" v="859" actId="164"/>
          <ac:cxnSpMkLst>
            <pc:docMk/>
            <pc:sldMk cId="3612445855" sldId="538"/>
            <ac:cxnSpMk id="29711" creationId="{BDD7FF28-5A9D-71BB-5844-15B4F424D810}"/>
          </ac:cxnSpMkLst>
        </pc:cxnChg>
        <pc:cxnChg chg="del mod topLvl">
          <ac:chgData name="Shang-Wei Lin" userId="d614b8a91a354671" providerId="LiveId" clId="{C4327218-6B19-B142-AF22-5F9DAF7A6BF2}" dt="2022-08-14T09:42:41.146" v="760" actId="478"/>
          <ac:cxnSpMkLst>
            <pc:docMk/>
            <pc:sldMk cId="3612445855" sldId="538"/>
            <ac:cxnSpMk id="29714" creationId="{F70D60C9-E027-C65B-9B73-B08560B6DC01}"/>
          </ac:cxnSpMkLst>
        </pc:cxnChg>
        <pc:cxnChg chg="mod topLvl">
          <ac:chgData name="Shang-Wei Lin" userId="d614b8a91a354671" providerId="LiveId" clId="{C4327218-6B19-B142-AF22-5F9DAF7A6BF2}" dt="2022-08-14T09:55:53.189" v="850" actId="164"/>
          <ac:cxnSpMkLst>
            <pc:docMk/>
            <pc:sldMk cId="3612445855" sldId="538"/>
            <ac:cxnSpMk id="29715" creationId="{765AD940-6C13-31A2-9713-625F6546BFBE}"/>
          </ac:cxnSpMkLst>
        </pc:cxnChg>
        <pc:cxnChg chg="del mod topLvl">
          <ac:chgData name="Shang-Wei Lin" userId="d614b8a91a354671" providerId="LiveId" clId="{C4327218-6B19-B142-AF22-5F9DAF7A6BF2}" dt="2022-08-14T09:49:05.007" v="821" actId="478"/>
          <ac:cxnSpMkLst>
            <pc:docMk/>
            <pc:sldMk cId="3612445855" sldId="538"/>
            <ac:cxnSpMk id="29718" creationId="{0F7904E0-AF17-75EF-DA72-48FB15712E74}"/>
          </ac:cxnSpMkLst>
        </pc:cxnChg>
        <pc:cxnChg chg="del mod topLvl">
          <ac:chgData name="Shang-Wei Lin" userId="d614b8a91a354671" providerId="LiveId" clId="{C4327218-6B19-B142-AF22-5F9DAF7A6BF2}" dt="2022-08-14T09:49:05.962" v="822" actId="478"/>
          <ac:cxnSpMkLst>
            <pc:docMk/>
            <pc:sldMk cId="3612445855" sldId="538"/>
            <ac:cxnSpMk id="29719" creationId="{9E5DFEBF-5772-464F-8815-40A36C47EF55}"/>
          </ac:cxnSpMkLst>
        </pc:cxnChg>
        <pc:cxnChg chg="del mod topLvl">
          <ac:chgData name="Shang-Wei Lin" userId="d614b8a91a354671" providerId="LiveId" clId="{C4327218-6B19-B142-AF22-5F9DAF7A6BF2}" dt="2022-08-14T09:49:39.722" v="828" actId="478"/>
          <ac:cxnSpMkLst>
            <pc:docMk/>
            <pc:sldMk cId="3612445855" sldId="538"/>
            <ac:cxnSpMk id="29721" creationId="{6BEBF7E4-A5C7-688C-08CB-93472A5C7E79}"/>
          </ac:cxnSpMkLst>
        </pc:cxnChg>
        <pc:cxnChg chg="del mod topLvl">
          <ac:chgData name="Shang-Wei Lin" userId="d614b8a91a354671" providerId="LiveId" clId="{C4327218-6B19-B142-AF22-5F9DAF7A6BF2}" dt="2022-08-14T09:49:42.220" v="830" actId="478"/>
          <ac:cxnSpMkLst>
            <pc:docMk/>
            <pc:sldMk cId="3612445855" sldId="538"/>
            <ac:cxnSpMk id="29722" creationId="{875A0890-86BD-876E-2DDD-0DEDC6E235A4}"/>
          </ac:cxnSpMkLst>
        </pc:cxnChg>
        <pc:cxnChg chg="mod topLvl">
          <ac:chgData name="Shang-Wei Lin" userId="d614b8a91a354671" providerId="LiveId" clId="{C4327218-6B19-B142-AF22-5F9DAF7A6BF2}" dt="2022-08-14T09:52:33.367" v="843" actId="164"/>
          <ac:cxnSpMkLst>
            <pc:docMk/>
            <pc:sldMk cId="3612445855" sldId="538"/>
            <ac:cxnSpMk id="29736" creationId="{5827A77C-567C-3BF6-A56A-9DA364470604}"/>
          </ac:cxnSpMkLst>
        </pc:cxnChg>
        <pc:cxnChg chg="del mod topLvl">
          <ac:chgData name="Shang-Wei Lin" userId="d614b8a91a354671" providerId="LiveId" clId="{C4327218-6B19-B142-AF22-5F9DAF7A6BF2}" dt="2022-08-14T09:38:48.810" v="735" actId="478"/>
          <ac:cxnSpMkLst>
            <pc:docMk/>
            <pc:sldMk cId="3612445855" sldId="538"/>
            <ac:cxnSpMk id="29737" creationId="{1117F650-CAFF-D4DE-8AC2-7ECC46992CCE}"/>
          </ac:cxnSpMkLst>
        </pc:cxnChg>
        <pc:cxnChg chg="mod topLvl">
          <ac:chgData name="Shang-Wei Lin" userId="d614b8a91a354671" providerId="LiveId" clId="{C4327218-6B19-B142-AF22-5F9DAF7A6BF2}" dt="2022-08-14T09:55:20.520" v="848" actId="164"/>
          <ac:cxnSpMkLst>
            <pc:docMk/>
            <pc:sldMk cId="3612445855" sldId="538"/>
            <ac:cxnSpMk id="29743" creationId="{1D1680C4-F6FD-B950-C9D1-56C616E7C731}"/>
          </ac:cxnSpMkLst>
        </pc:cxnChg>
        <pc:cxnChg chg="del mod topLvl">
          <ac:chgData name="Shang-Wei Lin" userId="d614b8a91a354671" providerId="LiveId" clId="{C4327218-6B19-B142-AF22-5F9DAF7A6BF2}" dt="2022-08-14T09:48:14.290" v="809" actId="478"/>
          <ac:cxnSpMkLst>
            <pc:docMk/>
            <pc:sldMk cId="3612445855" sldId="538"/>
            <ac:cxnSpMk id="29746" creationId="{5D68E547-C7DB-7A80-650E-FDC0E7AD4AC3}"/>
          </ac:cxnSpMkLst>
        </pc:cxnChg>
        <pc:cxnChg chg="del mod topLvl">
          <ac:chgData name="Shang-Wei Lin" userId="d614b8a91a354671" providerId="LiveId" clId="{C4327218-6B19-B142-AF22-5F9DAF7A6BF2}" dt="2022-08-14T09:48:15.459" v="810" actId="478"/>
          <ac:cxnSpMkLst>
            <pc:docMk/>
            <pc:sldMk cId="3612445855" sldId="538"/>
            <ac:cxnSpMk id="29747" creationId="{39994833-BA06-E61F-7E31-EE7A8E8257C7}"/>
          </ac:cxnSpMkLst>
        </pc:cxnChg>
        <pc:cxnChg chg="mod topLvl">
          <ac:chgData name="Shang-Wei Lin" userId="d614b8a91a354671" providerId="LiveId" clId="{C4327218-6B19-B142-AF22-5F9DAF7A6BF2}" dt="2022-08-14T09:57:25.449" v="862" actId="164"/>
          <ac:cxnSpMkLst>
            <pc:docMk/>
            <pc:sldMk cId="3612445855" sldId="538"/>
            <ac:cxnSpMk id="29749" creationId="{A26984B9-90CE-034C-B68A-3AF5C6FE4618}"/>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881" units="in"/>
          <inkml:channel name="Y" type="integer" max="1808" units="in"/>
        </inkml:traceFormat>
        <inkml:channelProperties>
          <inkml:channelProperty channel="X" name="resolution" value="254.01163" units="1/in"/>
          <inkml:channelProperty channel="Y" name="resolution" value="254.00392" units="1/in"/>
        </inkml:channelProperties>
      </inkml:inkSource>
      <inkml:timestamp xml:id="ts0" timeString="2014-09-16T01:10:40.8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0,'0'0,"0"0,0 0,0 0,0 0,0 0,0 0,0 0,0 0,0 0,0 0,0 0,0 0,0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307376"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631964" y="0"/>
            <a:ext cx="4307375" cy="339690"/>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3133725" y="515938"/>
            <a:ext cx="3671888" cy="25431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324588" y="3232963"/>
            <a:ext cx="7290163" cy="3061639"/>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465924"/>
            <a:ext cx="4307376"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631964" y="6465924"/>
            <a:ext cx="4307375" cy="339690"/>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Today we are going to look at the second sorting algorithm, called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aseline="0" dirty="0"/>
              <a:t>In this lecture, we aim to achieve the following goals. </a:t>
            </a:r>
          </a:p>
          <a:p>
            <a:r>
              <a:rPr lang="en-US" altLang="en-US" baseline="0" dirty="0"/>
              <a:t>First, by learning </a:t>
            </a:r>
            <a:r>
              <a:rPr lang="en-US" altLang="en-US" baseline="0" dirty="0" err="1"/>
              <a:t>Mergesort</a:t>
            </a:r>
            <a:r>
              <a:rPr lang="en-US" altLang="en-US" baseline="0" dirty="0"/>
              <a:t> as an example, we should gain a better understanding of the “Divide and Conquer” approach, which is a popular and powerful strategy for algorithm design. </a:t>
            </a:r>
          </a:p>
          <a:p>
            <a:r>
              <a:rPr lang="en-US" altLang="en-US" baseline="0" dirty="0"/>
              <a:t>Secondly, we will learn how </a:t>
            </a:r>
            <a:r>
              <a:rPr lang="en-US" altLang="en-US" baseline="0" dirty="0" err="1"/>
              <a:t>Mergesort</a:t>
            </a:r>
            <a:r>
              <a:rPr lang="en-US" altLang="en-US" baseline="0" dirty="0"/>
              <a:t> algorithm works, by reading its pseudo code, and manually executing the algorithm by hand on a toy example.</a:t>
            </a:r>
          </a:p>
          <a:p>
            <a:r>
              <a:rPr lang="en-US" altLang="en-US" baseline="0" dirty="0"/>
              <a:t>Last but not the least, we will learn how to </a:t>
            </a:r>
            <a:r>
              <a:rPr lang="en-US" altLang="en-US" baseline="0" dirty="0" err="1"/>
              <a:t>analyse</a:t>
            </a:r>
            <a:r>
              <a:rPr lang="en-US" altLang="en-US" baseline="0" dirty="0"/>
              <a:t> the time complexity of </a:t>
            </a:r>
            <a:r>
              <a:rPr lang="en-US" altLang="en-US" baseline="0" dirty="0" err="1"/>
              <a:t>Mergesort</a:t>
            </a:r>
            <a:r>
              <a:rPr lang="en-US" altLang="en-US" baseline="0" dirty="0"/>
              <a:t> algorithm. </a:t>
            </a:r>
            <a:r>
              <a:rPr lang="en-US" altLang="en-US" baseline="0" dirty="0" err="1"/>
              <a:t>Mergesort</a:t>
            </a:r>
            <a:r>
              <a:rPr lang="en-US" altLang="en-US" baseline="0" dirty="0"/>
              <a:t> will be presented as a recursive function. As such, two techniques for complexity analysis will be used. One is the recurrence equation, and the other is the recursion tree. They are often used for </a:t>
            </a:r>
            <a:r>
              <a:rPr lang="en-US" altLang="en-US" baseline="0" dirty="0" err="1"/>
              <a:t>analysing</a:t>
            </a:r>
            <a:r>
              <a:rPr lang="en-US" altLang="en-US" baseline="0" dirty="0"/>
              <a:t> divide and conquer algorithms.</a:t>
            </a:r>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What is the idea of “Divide and Conquer”? Let’s look at this question using </a:t>
            </a:r>
            <a:r>
              <a:rPr lang="en-GB" baseline="0" dirty="0" err="1"/>
              <a:t>Mergesort</a:t>
            </a:r>
            <a:r>
              <a:rPr lang="en-GB" baseline="0" dirty="0"/>
              <a:t> as an example.</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1024379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12292724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29170843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To solve a problem of size n, first we check if the size is small enough.</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40105537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corresponds to the “base case” in a recursive algorithm.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690404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Otherwise, if the problem size is not small, which corresponds to “else” in the code,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824560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divide the problem into k sub-problems.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a:p>
        </p:txBody>
      </p:sp>
    </p:spTree>
    <p:extLst>
      <p:ext uri="{BB962C8B-B14F-4D97-AF65-F5344CB8AC3E}">
        <p14:creationId xmlns:p14="http://schemas.microsoft.com/office/powerpoint/2010/main" val="1703868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each sub-problem p s, we make a recursive call of the function called “solve”. </a:t>
            </a:r>
          </a:p>
          <a:p>
            <a:r>
              <a:rPr lang="en-GB" sz="1200" kern="1200" dirty="0">
                <a:solidFill>
                  <a:schemeClr val="tx1"/>
                </a:solidFill>
                <a:effectLst/>
                <a:latin typeface="Times New Roman" pitchFamily="18" charset="0"/>
                <a:ea typeface="+mn-ea"/>
                <a:cs typeface="+mn-cs"/>
              </a:rPr>
              <a:t>Note that the solve function inside the code is the same as the whole function of solve, so it is a recursive call.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a:p>
        </p:txBody>
      </p:sp>
    </p:spTree>
    <p:extLst>
      <p:ext uri="{BB962C8B-B14F-4D97-AF65-F5344CB8AC3E}">
        <p14:creationId xmlns:p14="http://schemas.microsoft.com/office/powerpoint/2010/main" val="33975093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For each of the sub-problems, we get the sub-solution.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a:p>
        </p:txBody>
      </p:sp>
    </p:spTree>
    <p:extLst>
      <p:ext uri="{BB962C8B-B14F-4D97-AF65-F5344CB8AC3E}">
        <p14:creationId xmlns:p14="http://schemas.microsoft.com/office/powerpoint/2010/main" val="675105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end, we combine the sub-solutions into the final solution.</a:t>
            </a:r>
          </a:p>
          <a:p>
            <a:r>
              <a:rPr lang="en-GB" sz="1200" kern="1200" dirty="0">
                <a:solidFill>
                  <a:schemeClr val="tx1"/>
                </a:solidFill>
                <a:effectLst/>
                <a:latin typeface="Times New Roman" pitchFamily="18" charset="0"/>
                <a:ea typeface="+mn-ea"/>
                <a:cs typeface="+mn-cs"/>
              </a:rPr>
              <a:t>The rationale is that when the problem size is smaller, it is easier to solve.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a:p>
        </p:txBody>
      </p:sp>
    </p:spTree>
    <p:extLst>
      <p:ext uri="{BB962C8B-B14F-4D97-AF65-F5344CB8AC3E}">
        <p14:creationId xmlns:p14="http://schemas.microsoft.com/office/powerpoint/2010/main" val="399964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a picture, a problem of size n is divided into </a:t>
            </a:r>
            <a:r>
              <a:rPr lang="en-GB" sz="1200" i="1" kern="1200" dirty="0">
                <a:solidFill>
                  <a:schemeClr val="tx1"/>
                </a:solidFill>
                <a:effectLst/>
                <a:latin typeface="Times New Roman" pitchFamily="18" charset="0"/>
                <a:ea typeface="+mn-ea"/>
                <a:cs typeface="+mn-cs"/>
              </a:rPr>
              <a:t>a</a:t>
            </a:r>
            <a:r>
              <a:rPr lang="en-GB" sz="1200" kern="1200" dirty="0">
                <a:solidFill>
                  <a:schemeClr val="tx1"/>
                </a:solidFill>
                <a:effectLst/>
                <a:latin typeface="Times New Roman" pitchFamily="18" charset="0"/>
                <a:ea typeface="+mn-ea"/>
                <a:cs typeface="+mn-cs"/>
              </a:rPr>
              <a:t> sub-problem, each of size n divided by a.</a:t>
            </a:r>
          </a:p>
          <a:p>
            <a:r>
              <a:rPr lang="en-GB" sz="1200" kern="1200" dirty="0">
                <a:solidFill>
                  <a:schemeClr val="tx1"/>
                </a:solidFill>
                <a:effectLst/>
                <a:latin typeface="Times New Roman" pitchFamily="18" charset="0"/>
                <a:ea typeface="+mn-ea"/>
                <a:cs typeface="+mn-cs"/>
              </a:rPr>
              <a:t>And for each sub-problem we get a sub-solution, s1, s2 and so on. </a:t>
            </a:r>
          </a:p>
          <a:p>
            <a:r>
              <a:rPr lang="en-GB" sz="1200" kern="1200" dirty="0">
                <a:solidFill>
                  <a:schemeClr val="tx1"/>
                </a:solidFill>
                <a:effectLst/>
                <a:latin typeface="Times New Roman" pitchFamily="18" charset="0"/>
                <a:ea typeface="+mn-ea"/>
                <a:cs typeface="+mn-cs"/>
              </a:rPr>
              <a:t>In the end we combine them into the final solution. </a:t>
            </a:r>
          </a:p>
          <a:p>
            <a:r>
              <a:rPr lang="en-GB" sz="1200" kern="1200" dirty="0">
                <a:solidFill>
                  <a:schemeClr val="tx1"/>
                </a:solidFill>
                <a:effectLst/>
                <a:latin typeface="Times New Roman" pitchFamily="18" charset="0"/>
                <a:ea typeface="+mn-ea"/>
                <a:cs typeface="+mn-cs"/>
              </a:rPr>
              <a:t>We can imagine that for each sub-problem, we do the divide and conquer recursively. A sub-problem will be divided into sub </a:t>
            </a:r>
            <a:r>
              <a:rPr lang="en-GB" sz="1200" kern="1200" dirty="0" err="1">
                <a:solidFill>
                  <a:schemeClr val="tx1"/>
                </a:solidFill>
                <a:effectLst/>
                <a:latin typeface="Times New Roman" pitchFamily="18" charset="0"/>
                <a:ea typeface="+mn-ea"/>
                <a:cs typeface="+mn-cs"/>
              </a:rPr>
              <a:t>sub</a:t>
            </a:r>
            <a:r>
              <a:rPr lang="en-GB" sz="1200" kern="1200" dirty="0">
                <a:solidFill>
                  <a:schemeClr val="tx1"/>
                </a:solidFill>
                <a:effectLst/>
                <a:latin typeface="Times New Roman" pitchFamily="18" charset="0"/>
                <a:ea typeface="+mn-ea"/>
                <a:cs typeface="+mn-cs"/>
              </a:rPr>
              <a:t> problems, until the problem becomes so small that it is straightforward to solve it. Now let us apply the idea of divide and conquer to the sorting problem.</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a:p>
        </p:txBody>
      </p:sp>
    </p:spTree>
    <p:extLst>
      <p:ext uri="{BB962C8B-B14F-4D97-AF65-F5344CB8AC3E}">
        <p14:creationId xmlns:p14="http://schemas.microsoft.com/office/powerpoint/2010/main" val="25682042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Let’s have</a:t>
            </a:r>
            <a:r>
              <a:rPr lang="en-GB" baseline="0" dirty="0"/>
              <a:t> a look the </a:t>
            </a:r>
            <a:r>
              <a:rPr lang="en-GB" baseline="0" dirty="0" err="1"/>
              <a:t>Mergesort</a:t>
            </a:r>
            <a:r>
              <a:rPr lang="en-GB" baseline="0" dirty="0"/>
              <a:t> Algorithm.</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a:p>
        </p:txBody>
      </p:sp>
    </p:spTree>
    <p:extLst>
      <p:ext uri="{BB962C8B-B14F-4D97-AF65-F5344CB8AC3E}">
        <p14:creationId xmlns:p14="http://schemas.microsoft.com/office/powerpoint/2010/main" val="129710246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is the pseudo code of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a:p>
        </p:txBody>
      </p:sp>
    </p:spTree>
    <p:extLst>
      <p:ext uri="{BB962C8B-B14F-4D97-AF65-F5344CB8AC3E}">
        <p14:creationId xmlns:p14="http://schemas.microsoft.com/office/powerpoint/2010/main" val="2945538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Given a list of records,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a:p>
        </p:txBody>
      </p:sp>
    </p:spTree>
    <p:extLst>
      <p:ext uri="{BB962C8B-B14F-4D97-AF65-F5344CB8AC3E}">
        <p14:creationId xmlns:p14="http://schemas.microsoft.com/office/powerpoint/2010/main" val="29744203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the length of the list is larger than 1 (that is, it contains at least two elements),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a:p>
        </p:txBody>
      </p:sp>
    </p:spTree>
    <p:extLst>
      <p:ext uri="{BB962C8B-B14F-4D97-AF65-F5344CB8AC3E}">
        <p14:creationId xmlns:p14="http://schemas.microsoft.com/office/powerpoint/2010/main" val="41342915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can partition the list into two approximately equal sized sub-lists, L1 and L2. </a:t>
            </a:r>
          </a:p>
          <a:p>
            <a:r>
              <a:rPr lang="en-GB" sz="1200" kern="1200" dirty="0">
                <a:solidFill>
                  <a:schemeClr val="tx1"/>
                </a:solidFill>
                <a:effectLst/>
                <a:latin typeface="Times New Roman" pitchFamily="18" charset="0"/>
                <a:ea typeface="+mn-ea"/>
                <a:cs typeface="+mn-cs"/>
              </a:rPr>
              <a:t>When the size of the list is an odd number, the lengths of the two sub-lists would be approximately equal rather than exactly equal.</a:t>
            </a:r>
          </a:p>
          <a:p>
            <a:r>
              <a:rPr lang="en-GB" sz="1200" kern="1200" dirty="0">
                <a:solidFill>
                  <a:schemeClr val="tx1"/>
                </a:solidFill>
                <a:effectLst/>
                <a:latin typeface="Times New Roman" pitchFamily="18" charset="0"/>
                <a:ea typeface="+mn-ea"/>
                <a:cs typeface="+mn-cs"/>
              </a:rPr>
              <a:t>The partition is actually the “divide” step.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a:p>
        </p:txBody>
      </p:sp>
    </p:spTree>
    <p:extLst>
      <p:ext uri="{BB962C8B-B14F-4D97-AF65-F5344CB8AC3E}">
        <p14:creationId xmlns:p14="http://schemas.microsoft.com/office/powerpoint/2010/main" val="29998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apply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function recursively on the sub-list L1</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a:p>
        </p:txBody>
      </p:sp>
    </p:spTree>
    <p:extLst>
      <p:ext uri="{BB962C8B-B14F-4D97-AF65-F5344CB8AC3E}">
        <p14:creationId xmlns:p14="http://schemas.microsoft.com/office/powerpoint/2010/main" val="1903535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and then on the sub-list L2. After the two recursive calls, L1 and L2 would have been sorted already.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a:p>
        </p:txBody>
      </p:sp>
    </p:spTree>
    <p:extLst>
      <p:ext uri="{BB962C8B-B14F-4D97-AF65-F5344CB8AC3E}">
        <p14:creationId xmlns:p14="http://schemas.microsoft.com/office/powerpoint/2010/main" val="3150402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will then merge the sorted sub-lists L1 and L2 into one sorted list.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a:p>
        </p:txBody>
      </p:sp>
    </p:spTree>
    <p:extLst>
      <p:ext uri="{BB962C8B-B14F-4D97-AF65-F5344CB8AC3E}">
        <p14:creationId xmlns:p14="http://schemas.microsoft.com/office/powerpoint/2010/main" val="17750837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This is an outline of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a:p>
            <a:r>
              <a:rPr lang="en-GB" sz="1200" kern="1200" dirty="0">
                <a:solidFill>
                  <a:schemeClr val="tx1"/>
                </a:solidFill>
                <a:effectLst/>
                <a:latin typeface="Times New Roman" pitchFamily="18" charset="0"/>
                <a:ea typeface="+mn-ea"/>
                <a:cs typeface="+mn-cs"/>
              </a:rPr>
              <a:t>As we know, sorting normally requires comparisons between elements, but where in the algorithm are the comparisons done? </a:t>
            </a:r>
          </a:p>
          <a:p>
            <a:r>
              <a:rPr lang="en-GB" sz="1200" kern="1200" dirty="0">
                <a:solidFill>
                  <a:schemeClr val="tx1"/>
                </a:solidFill>
                <a:effectLst/>
                <a:latin typeface="Times New Roman" pitchFamily="18" charset="0"/>
                <a:ea typeface="+mn-ea"/>
                <a:cs typeface="+mn-cs"/>
              </a:rPr>
              <a:t>Actually the “dirty” work of comparisons are done in the “merge”.</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22</a:t>
            </a:fld>
            <a:endParaRPr lang="en-US" altLang="en-US"/>
          </a:p>
        </p:txBody>
      </p:sp>
    </p:spTree>
    <p:extLst>
      <p:ext uri="{BB962C8B-B14F-4D97-AF65-F5344CB8AC3E}">
        <p14:creationId xmlns:p14="http://schemas.microsoft.com/office/powerpoint/2010/main" val="41665658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In</a:t>
            </a:r>
            <a:r>
              <a:rPr lang="en-GB" sz="1200" b="0" kern="1200" baseline="0" dirty="0">
                <a:solidFill>
                  <a:schemeClr val="tx1"/>
                </a:solidFill>
                <a:effectLst/>
                <a:latin typeface="Times New Roman" pitchFamily="18" charset="0"/>
                <a:ea typeface="+mn-ea"/>
                <a:cs typeface="+mn-cs"/>
              </a:rPr>
              <a:t> the next, let us see a more </a:t>
            </a:r>
            <a:r>
              <a:rPr lang="en-GB" sz="1200" b="0" kern="1200" dirty="0">
                <a:solidFill>
                  <a:schemeClr val="tx1"/>
                </a:solidFill>
                <a:effectLst/>
                <a:latin typeface="Times New Roman" pitchFamily="18" charset="0"/>
                <a:ea typeface="+mn-ea"/>
                <a:cs typeface="+mn-cs"/>
              </a:rPr>
              <a:t>detailed pseudo code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a:p>
        </p:txBody>
      </p:sp>
    </p:spTree>
    <p:extLst>
      <p:ext uri="{BB962C8B-B14F-4D97-AF65-F5344CB8AC3E}">
        <p14:creationId xmlns:p14="http://schemas.microsoft.com/office/powerpoint/2010/main" val="40192523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24</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3880967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Here, n and m are the first and last indexes of the array.</a:t>
            </a: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25</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0245572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First we calculate the position in the middle, with the variable “mid”, to be equal to n + m divided by 2. </a:t>
            </a: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26</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5750975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Then, we check if m – n is less than or equal to 0.</a:t>
            </a:r>
          </a:p>
          <a:p>
            <a:r>
              <a:rPr lang="en-GB" sz="1200" kern="1200" dirty="0">
                <a:solidFill>
                  <a:schemeClr val="tx1"/>
                </a:solidFill>
                <a:effectLst/>
                <a:latin typeface="Times New Roman" pitchFamily="18" charset="0"/>
                <a:ea typeface="+mn-ea"/>
                <a:cs typeface="+mn-cs"/>
              </a:rPr>
              <a:t>When m – n is equal to 0, it means that there is only one element in the array since n and m point to the same position. In this case, we don’t need to do any sorting, because an array of just one element has already been sorted. </a:t>
            </a:r>
          </a:p>
          <a:p>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m – n is less than 0, it means the array is empty, and we simply return.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This is the base case of the recursive function.</a:t>
            </a:r>
          </a:p>
          <a:p>
            <a:endParaRPr lang="en-GB" sz="1200" kern="1200" dirty="0">
              <a:solidFill>
                <a:schemeClr val="tx1"/>
              </a:solidFill>
              <a:effectLst/>
              <a:latin typeface="Times New Roman" pitchFamily="18" charset="0"/>
              <a:ea typeface="+mn-ea"/>
              <a:cs typeface="+mn-cs"/>
            </a:endParaRPr>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27</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383894645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a:ln/>
        </p:spPr>
      </p:sp>
      <p:sp>
        <p:nvSpPr>
          <p:cNvPr id="983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Otherwise, if m – n is larger than 1, it means there are at least three elements in the array, then we will make </a:t>
            </a:r>
            <a:r>
              <a:rPr lang="en-GB" sz="1200" b="1" kern="1200" dirty="0">
                <a:solidFill>
                  <a:schemeClr val="tx1"/>
                </a:solidFill>
                <a:effectLst/>
                <a:latin typeface="Times New Roman" pitchFamily="18" charset="0"/>
                <a:ea typeface="+mn-ea"/>
                <a:cs typeface="+mn-cs"/>
              </a:rPr>
              <a:t>recursive calls of the </a:t>
            </a:r>
            <a:r>
              <a:rPr lang="en-GB" sz="1200" b="1" kern="1200" dirty="0" err="1">
                <a:solidFill>
                  <a:schemeClr val="tx1"/>
                </a:solidFill>
                <a:effectLst/>
                <a:latin typeface="Times New Roman" pitchFamily="18" charset="0"/>
                <a:ea typeface="+mn-ea"/>
                <a:cs typeface="+mn-cs"/>
              </a:rPr>
              <a:t>mergeSort</a:t>
            </a:r>
            <a:r>
              <a:rPr lang="en-GB" sz="1200" b="1" kern="1200" dirty="0">
                <a:solidFill>
                  <a:schemeClr val="tx1"/>
                </a:solidFill>
                <a:effectLst/>
                <a:latin typeface="Times New Roman" pitchFamily="18" charset="0"/>
                <a:ea typeface="+mn-ea"/>
                <a:cs typeface="+mn-cs"/>
              </a:rPr>
              <a:t> function&lt;&lt;animation 1&gt;&gt;</a:t>
            </a:r>
            <a:r>
              <a:rPr lang="en-GB" sz="1200" kern="1200" dirty="0">
                <a:solidFill>
                  <a:schemeClr val="tx1"/>
                </a:solidFill>
                <a:effectLst/>
                <a:latin typeface="Times New Roman" pitchFamily="18" charset="0"/>
                <a:ea typeface="+mn-ea"/>
                <a:cs typeface="+mn-cs"/>
              </a:rPr>
              <a:t> , to the first half (from n to mid) and then to the second half (from mid + 1 to m). </a:t>
            </a:r>
          </a:p>
          <a:p>
            <a:r>
              <a:rPr lang="en-GB" sz="1200" kern="1200" dirty="0">
                <a:solidFill>
                  <a:schemeClr val="tx1"/>
                </a:solidFill>
                <a:effectLst/>
                <a:latin typeface="Times New Roman" pitchFamily="18" charset="0"/>
                <a:ea typeface="+mn-ea"/>
                <a:cs typeface="+mn-cs"/>
              </a:rPr>
              <a:t>Here we can see the action of “divide and conquer” on the two sub-problems. In the end, we merge the two sorted sub-lists into one sorted list. Note that when m – n is equal to 1, it means that there are exactly two elements in the input list, leading us directly  to the merge step. How to do the Merging? We will see that in the next.</a:t>
            </a:r>
          </a:p>
          <a:p>
            <a:endParaRPr lang="en-US" altLang="en-US" dirty="0"/>
          </a:p>
        </p:txBody>
      </p:sp>
      <p:sp>
        <p:nvSpPr>
          <p:cNvPr id="983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DCE44AC4-B0FF-4BF1-B5FA-5B887B9FD905}" type="slidenum">
              <a:rPr lang="en-US" altLang="en-US" sz="1000" b="0">
                <a:solidFill>
                  <a:schemeClr val="tx1"/>
                </a:solidFill>
                <a:latin typeface="Times New Roman" panose="02020603050405020304" pitchFamily="18" charset="0"/>
              </a:rPr>
              <a:pPr/>
              <a:t>28</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8246047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Let’s look at an example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29</a:t>
            </a:fld>
            <a:endParaRPr lang="en-US" altLang="en-US"/>
          </a:p>
        </p:txBody>
      </p:sp>
    </p:spTree>
    <p:extLst>
      <p:ext uri="{BB962C8B-B14F-4D97-AF65-F5344CB8AC3E}">
        <p14:creationId xmlns:p14="http://schemas.microsoft.com/office/powerpoint/2010/main" val="671079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Given this array of integers, we will sort it in the ascending order.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30</a:t>
            </a:fld>
            <a:endParaRPr lang="en-US" altLang="en-US"/>
          </a:p>
        </p:txBody>
      </p:sp>
    </p:spTree>
    <p:extLst>
      <p:ext uri="{BB962C8B-B14F-4D97-AF65-F5344CB8AC3E}">
        <p14:creationId xmlns:p14="http://schemas.microsoft.com/office/powerpoint/2010/main" val="10349381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Using the “divide and conquer” approach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we will split the array into two halves.</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Each sub-array comprises four elements.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a:p>
        </p:txBody>
      </p:sp>
    </p:spTree>
    <p:extLst>
      <p:ext uri="{BB962C8B-B14F-4D97-AF65-F5344CB8AC3E}">
        <p14:creationId xmlns:p14="http://schemas.microsoft.com/office/powerpoint/2010/main" val="16746531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we do the divide again, recursively till we meet the terminating case. </a:t>
            </a:r>
            <a:endParaRPr lang="en-GB"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32</a:t>
            </a:fld>
            <a:endParaRPr lang="en-US" altLang="en-US"/>
          </a:p>
        </p:txBody>
      </p:sp>
    </p:spTree>
    <p:extLst>
      <p:ext uri="{BB962C8B-B14F-4D97-AF65-F5344CB8AC3E}">
        <p14:creationId xmlns:p14="http://schemas.microsoft.com/office/powerpoint/2010/main" val="15195027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33</a:t>
            </a:fld>
            <a:endParaRPr lang="en-US" altLang="en-US"/>
          </a:p>
        </p:txBody>
      </p:sp>
    </p:spTree>
    <p:extLst>
      <p:ext uri="{BB962C8B-B14F-4D97-AF65-F5344CB8AC3E}">
        <p14:creationId xmlns:p14="http://schemas.microsoft.com/office/powerpoint/2010/main" val="31115735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That is, the sub-array is small enough, so we do the merge.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So the two elements, 90 and 25, are merged into one sorted sub-array, coloured in blue.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34</a:t>
            </a:fld>
            <a:endParaRPr lang="en-US" altLang="en-US"/>
          </a:p>
        </p:txBody>
      </p:sp>
    </p:spTree>
    <p:extLst>
      <p:ext uri="{BB962C8B-B14F-4D97-AF65-F5344CB8AC3E}">
        <p14:creationId xmlns:p14="http://schemas.microsoft.com/office/powerpoint/2010/main" val="10298418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Likewise, for the two elements, 10 and 71, we </a:t>
            </a:r>
            <a:r>
              <a:rPr lang="en-GB" sz="1200" b="0" kern="1200" dirty="0">
                <a:solidFill>
                  <a:schemeClr val="tx1"/>
                </a:solidFill>
                <a:effectLst/>
                <a:latin typeface="Times New Roman" pitchFamily="18" charset="0"/>
                <a:ea typeface="+mn-ea"/>
                <a:cs typeface="+mn-cs"/>
              </a:rPr>
              <a:t>conceptually</a:t>
            </a:r>
            <a:r>
              <a:rPr lang="en-GB" sz="1200" kern="1200" dirty="0">
                <a:solidFill>
                  <a:schemeClr val="tx1"/>
                </a:solidFill>
                <a:effectLst/>
                <a:latin typeface="Times New Roman" pitchFamily="18" charset="0"/>
                <a:ea typeface="+mn-ea"/>
                <a:cs typeface="+mn-cs"/>
              </a:rPr>
              <a:t> divide them into two sub-arrays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35</a:t>
            </a:fld>
            <a:endParaRPr lang="en-US" altLang="en-US"/>
          </a:p>
        </p:txBody>
      </p:sp>
    </p:spTree>
    <p:extLst>
      <p:ext uri="{BB962C8B-B14F-4D97-AF65-F5344CB8AC3E}">
        <p14:creationId xmlns:p14="http://schemas.microsoft.com/office/powerpoint/2010/main" val="915938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merge them into one sorted array, with one comparison. Although 10 and 71 have been in ascending order in the original array, we still need one comparison to make sure that they are sorted in the correct order.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36</a:t>
            </a:fld>
            <a:endParaRPr lang="en-US" altLang="en-US"/>
          </a:p>
        </p:txBody>
      </p:sp>
    </p:spTree>
    <p:extLst>
      <p:ext uri="{BB962C8B-B14F-4D97-AF65-F5344CB8AC3E}">
        <p14:creationId xmlns:p14="http://schemas.microsoft.com/office/powerpoint/2010/main" val="5677350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Now, both sub-arrays, each of size 2 have been sorted and we can merge them into one sorted array of size 4.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37</a:t>
            </a:fld>
            <a:endParaRPr lang="en-US" altLang="en-US"/>
          </a:p>
        </p:txBody>
      </p:sp>
    </p:spTree>
    <p:extLst>
      <p:ext uri="{BB962C8B-B14F-4D97-AF65-F5344CB8AC3E}">
        <p14:creationId xmlns:p14="http://schemas.microsoft.com/office/powerpoint/2010/main" val="21960311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sorting the first half of the input array, let us look at the second half. It is similar to the first half. So I will leave it as an exercise for you guys to verify the steps.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38</a:t>
            </a:fld>
            <a:endParaRPr lang="en-US" altLang="en-US"/>
          </a:p>
        </p:txBody>
      </p:sp>
    </p:spTree>
    <p:extLst>
      <p:ext uri="{BB962C8B-B14F-4D97-AF65-F5344CB8AC3E}">
        <p14:creationId xmlns:p14="http://schemas.microsoft.com/office/powerpoint/2010/main" val="615871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39</a:t>
            </a:fld>
            <a:endParaRPr lang="en-US" altLang="en-US"/>
          </a:p>
        </p:txBody>
      </p:sp>
    </p:spTree>
    <p:extLst>
      <p:ext uri="{BB962C8B-B14F-4D97-AF65-F5344CB8AC3E}">
        <p14:creationId xmlns:p14="http://schemas.microsoft.com/office/powerpoint/2010/main" val="375591574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40</a:t>
            </a:fld>
            <a:endParaRPr lang="en-US" altLang="en-US"/>
          </a:p>
        </p:txBody>
      </p:sp>
    </p:spTree>
    <p:extLst>
      <p:ext uri="{BB962C8B-B14F-4D97-AF65-F5344CB8AC3E}">
        <p14:creationId xmlns:p14="http://schemas.microsoft.com/office/powerpoint/2010/main" val="23651120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41</a:t>
            </a:fld>
            <a:endParaRPr lang="en-US" altLang="en-US"/>
          </a:p>
        </p:txBody>
      </p:sp>
    </p:spTree>
    <p:extLst>
      <p:ext uri="{BB962C8B-B14F-4D97-AF65-F5344CB8AC3E}">
        <p14:creationId xmlns:p14="http://schemas.microsoft.com/office/powerpoint/2010/main" val="15695037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23086870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43</a:t>
            </a:fld>
            <a:endParaRPr lang="en-US" altLang="en-US"/>
          </a:p>
        </p:txBody>
      </p:sp>
    </p:spTree>
    <p:extLst>
      <p:ext uri="{BB962C8B-B14F-4D97-AF65-F5344CB8AC3E}">
        <p14:creationId xmlns:p14="http://schemas.microsoft.com/office/powerpoint/2010/main" val="2670472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split and merge steps, both sub-arrays, each of size 4, have been sorted,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44</a:t>
            </a:fld>
            <a:endParaRPr lang="en-US" altLang="en-US"/>
          </a:p>
        </p:txBody>
      </p:sp>
    </p:spTree>
    <p:extLst>
      <p:ext uri="{BB962C8B-B14F-4D97-AF65-F5344CB8AC3E}">
        <p14:creationId xmlns:p14="http://schemas.microsoft.com/office/powerpoint/2010/main" val="38666139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last </a:t>
            </a:r>
            <a:r>
              <a:rPr lang="en-GB" sz="1200" kern="1200" dirty="0">
                <a:solidFill>
                  <a:schemeClr val="tx1"/>
                </a:solidFill>
                <a:effectLst/>
                <a:latin typeface="Times New Roman" pitchFamily="18" charset="0"/>
                <a:ea typeface="+mn-ea"/>
                <a:cs typeface="+mn-cs"/>
              </a:rPr>
              <a:t>step is to merge them into the final sorted list . The key question remains: How is the merging done?</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main idea of merging is that we always compare the heads</a:t>
            </a:r>
            <a:r>
              <a:rPr lang="en-GB" sz="1200" b="1" kern="120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(that is, the first elements) of the two lists to be merged.</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Because both sub-lists have been sorted in ascending order, the two heads are actually the smallest two elements in the whole list.</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Their comparison can tell us which element is the smallest in the whole list. With this idea in mind, let us look at the pseudo code of the merge function.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45</a:t>
            </a:fld>
            <a:endParaRPr lang="en-US" altLang="en-US"/>
          </a:p>
        </p:txBody>
      </p:sp>
    </p:spTree>
    <p:extLst>
      <p:ext uri="{BB962C8B-B14F-4D97-AF65-F5344CB8AC3E}">
        <p14:creationId xmlns:p14="http://schemas.microsoft.com/office/powerpoint/2010/main" val="13075442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have a look at the pseudo code of the merge function.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40580653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Here, integers’ n and m are the first and last indexes of the input array.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293384344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If m – n is less than or equal to 0, which means there is no more than one element, then we just return.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1975015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Otherwise, if there are at least two elements, then we divide the array into two halves. The assumption is that both halves have been sorted already.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36704963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After the division, we come to a while-loop. The condition is that both halves are not empty. As long as one sub-list is empty, then we have almost finished.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416170070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Inside the while-loop, we compare the heads of the two sub-lists.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412000334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three outcomes of the comparison. The first outcome is that the first element of the first half is smaller.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21293535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that case we put the first element of the first half into the merged list.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53</a:t>
            </a:fld>
            <a:endParaRPr lang="en-US" altLang="en-US"/>
          </a:p>
        </p:txBody>
      </p:sp>
    </p:spTree>
    <p:extLst>
      <p:ext uri="{BB962C8B-B14F-4D97-AF65-F5344CB8AC3E}">
        <p14:creationId xmlns:p14="http://schemas.microsoft.com/office/powerpoint/2010/main" val="18770407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 second outcome is that the first element of the second half is smaller, and we then put the first element of the second half into the merged list. Because both halves have been sorted in ascending order already, the first elements of the two halves are the smallest two elements in the whole list. So by comparing these two elements, we can find the one smallest element of the whole list, and put it into the merged list. Then, what is the third outcome of the comparison?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54</a:t>
            </a:fld>
            <a:endParaRPr lang="en-US" altLang="en-US"/>
          </a:p>
        </p:txBody>
      </p:sp>
    </p:spTree>
    <p:extLst>
      <p:ext uri="{BB962C8B-B14F-4D97-AF65-F5344CB8AC3E}">
        <p14:creationId xmlns:p14="http://schemas.microsoft.com/office/powerpoint/2010/main" val="958261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third outcome is when the heads of the two sub-lists are equal. If they are already the last elements of the two sub-lists, we can just exit the while-loop with the “break</a:t>
            </a:r>
            <a:r>
              <a:rPr lang="en-GB" sz="1200" b="0" kern="1200" dirty="0">
                <a:solidFill>
                  <a:schemeClr val="tx1"/>
                </a:solidFill>
                <a:effectLst/>
                <a:latin typeface="Times New Roman" pitchFamily="18" charset="0"/>
                <a:ea typeface="+mn-ea"/>
                <a:cs typeface="+mn-cs"/>
              </a:rPr>
              <a:t>” command.</a:t>
            </a:r>
            <a:endParaRPr lang="en-GB" b="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55</a:t>
            </a:fld>
            <a:endParaRPr lang="en-US" altLang="en-US"/>
          </a:p>
        </p:txBody>
      </p:sp>
    </p:spTree>
    <p:extLst>
      <p:ext uri="{BB962C8B-B14F-4D97-AF65-F5344CB8AC3E}">
        <p14:creationId xmlns:p14="http://schemas.microsoft.com/office/powerpoint/2010/main" val="279542526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Otherwise, if they are not yet the last elements, then we will put both of them into the merged list. The head of the first half will be put into the merged list first, and then the head of the second half is put into the merged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56</a:t>
            </a:fld>
            <a:endParaRPr lang="en-US" altLang="en-US"/>
          </a:p>
        </p:txBody>
      </p:sp>
    </p:spTree>
    <p:extLst>
      <p:ext uri="{BB962C8B-B14F-4D97-AF65-F5344CB8AC3E}">
        <p14:creationId xmlns:p14="http://schemas.microsoft.com/office/powerpoint/2010/main" val="33653196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Note that, in the case of a tie, one comparison can merge two elements. I would like to make a comment here on the counting of key comparisons. In real-life programming, to get three outcomes, we need to make two comparisons. However, we assume here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that just one comparison can lead to three possible outcomes, for simplicity of analysis. </a:t>
            </a:r>
          </a:p>
          <a:p>
            <a:r>
              <a:rPr lang="en-GB" sz="1200" b="0" kern="1200" dirty="0">
                <a:solidFill>
                  <a:schemeClr val="tx1"/>
                </a:solidFill>
                <a:effectLst/>
                <a:latin typeface="Times New Roman" pitchFamily="18" charset="0"/>
                <a:ea typeface="+mn-ea"/>
                <a:cs typeface="+mn-cs"/>
              </a:rPr>
              <a:t>So, this is the pseudo code of the merge function. </a:t>
            </a:r>
          </a:p>
          <a:p>
            <a:r>
              <a:rPr lang="en-GB" sz="1200" b="0" kern="1200" dirty="0">
                <a:solidFill>
                  <a:schemeClr val="tx1"/>
                </a:solidFill>
                <a:effectLst/>
                <a:latin typeface="Times New Roman" pitchFamily="18" charset="0"/>
                <a:ea typeface="+mn-ea"/>
                <a:cs typeface="+mn-cs"/>
              </a:rPr>
              <a:t>In addition, a challenge is: how can we do the merging without any auxiliary storage for the merged list? In other words, how can we use the same array for both the input and output of the merge function? The main idea is that we do the shifting of elements to make room for the merged elements.</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57</a:t>
            </a:fld>
            <a:endParaRPr lang="en-US" altLang="en-US"/>
          </a:p>
        </p:txBody>
      </p:sp>
    </p:spTree>
    <p:extLst>
      <p:ext uri="{BB962C8B-B14F-4D97-AF65-F5344CB8AC3E}">
        <p14:creationId xmlns:p14="http://schemas.microsoft.com/office/powerpoint/2010/main" val="321363552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video,</a:t>
            </a:r>
            <a:r>
              <a:rPr lang="en-GB" baseline="0" dirty="0"/>
              <a:t> we will see three different types of case scenarios of merge functions.</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58</a:t>
            </a:fld>
            <a:endParaRPr lang="en-US" altLang="en-US"/>
          </a:p>
        </p:txBody>
      </p:sp>
    </p:spTree>
    <p:extLst>
      <p:ext uri="{BB962C8B-B14F-4D97-AF65-F5344CB8AC3E}">
        <p14:creationId xmlns:p14="http://schemas.microsoft.com/office/powerpoint/2010/main" val="27556573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In this section, we will also see how the merge can be done without an extra array.</a:t>
            </a:r>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Here we have two halves of the whole list, both halves are sorted. </a:t>
            </a:r>
          </a:p>
          <a:p>
            <a:r>
              <a:rPr lang="en-GB" sz="1200" b="0" kern="1200" dirty="0">
                <a:solidFill>
                  <a:schemeClr val="tx1"/>
                </a:solidFill>
                <a:effectLst/>
                <a:latin typeface="Times New Roman" pitchFamily="18" charset="0"/>
                <a:ea typeface="+mn-ea"/>
                <a:cs typeface="+mn-cs"/>
              </a:rPr>
              <a:t>The first half starts from position of a, and ends at the mid position; the second half</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ranges from position </a:t>
            </a:r>
            <a:r>
              <a:rPr lang="en-GB" sz="1200" b="0" strike="noStrike" kern="1200" dirty="0">
                <a:solidFill>
                  <a:schemeClr val="tx1"/>
                </a:solidFill>
                <a:effectLst/>
                <a:latin typeface="Times New Roman" pitchFamily="18" charset="0"/>
                <a:ea typeface="+mn-ea"/>
                <a:cs typeface="+mn-cs"/>
              </a:rPr>
              <a:t>b,</a:t>
            </a:r>
            <a:r>
              <a:rPr lang="en-GB" sz="1200" b="0" strike="noStrike" kern="1200" baseline="0" dirty="0">
                <a:solidFill>
                  <a:schemeClr val="tx1"/>
                </a:solidFill>
                <a:effectLst/>
                <a:latin typeface="Times New Roman" pitchFamily="18" charset="0"/>
                <a:ea typeface="+mn-ea"/>
                <a:cs typeface="+mn-cs"/>
              </a:rPr>
              <a:t> </a:t>
            </a:r>
            <a:r>
              <a:rPr lang="en-GB" sz="1200" b="0" strike="noStrike" kern="1200" dirty="0">
                <a:solidFill>
                  <a:schemeClr val="tx1"/>
                </a:solidFill>
                <a:effectLst/>
                <a:latin typeface="Times New Roman" pitchFamily="18" charset="0"/>
                <a:ea typeface="+mn-ea"/>
                <a:cs typeface="+mn-cs"/>
              </a:rPr>
              <a:t>till</a:t>
            </a:r>
            <a:r>
              <a:rPr lang="en-GB" sz="1200" b="0" kern="1200" dirty="0">
                <a:solidFill>
                  <a:schemeClr val="tx1"/>
                </a:solidFill>
                <a:effectLst/>
                <a:latin typeface="Times New Roman" pitchFamily="18" charset="0"/>
                <a:ea typeface="+mn-ea"/>
                <a:cs typeface="+mn-cs"/>
              </a:rPr>
              <a:t> the right end of the list. Note that b</a:t>
            </a:r>
            <a:r>
              <a:rPr lang="en-GB" sz="1200" b="0" kern="1200" baseline="0" dirty="0">
                <a:solidFill>
                  <a:schemeClr val="tx1"/>
                </a:solidFill>
                <a:effectLst/>
                <a:latin typeface="Times New Roman" pitchFamily="18" charset="0"/>
                <a:ea typeface="+mn-ea"/>
                <a:cs typeface="+mn-cs"/>
              </a:rPr>
              <a:t> is equal to mid + 1.</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59</a:t>
            </a:fld>
            <a:endParaRPr lang="en-US" altLang="en-US"/>
          </a:p>
        </p:txBody>
      </p:sp>
    </p:spTree>
    <p:extLst>
      <p:ext uri="{BB962C8B-B14F-4D97-AF65-F5344CB8AC3E}">
        <p14:creationId xmlns:p14="http://schemas.microsoft.com/office/powerpoint/2010/main" val="31932696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compare the heads of the two halves, which are slots a and b. </a:t>
            </a:r>
          </a:p>
          <a:p>
            <a:r>
              <a:rPr lang="en-GB" sz="1200" kern="1200" dirty="0">
                <a:solidFill>
                  <a:schemeClr val="tx1"/>
                </a:solidFill>
                <a:effectLst/>
                <a:latin typeface="Times New Roman" pitchFamily="18" charset="0"/>
                <a:ea typeface="+mn-ea"/>
                <a:cs typeface="+mn-cs"/>
              </a:rPr>
              <a:t>In this case, the head of the first half, which is equal to 3, is smaller than the head of the second half, which is equal to 4.</a:t>
            </a:r>
          </a:p>
          <a:p>
            <a:r>
              <a:rPr lang="en-GB" sz="1200" kern="1200" dirty="0">
                <a:solidFill>
                  <a:schemeClr val="tx1"/>
                </a:solidFill>
                <a:effectLst/>
                <a:latin typeface="Times New Roman" pitchFamily="18" charset="0"/>
                <a:ea typeface="+mn-ea"/>
                <a:cs typeface="+mn-cs"/>
              </a:rPr>
              <a:t>So, slot a is smaller than slot b. How do we merge slot a into the merged list? Because we want to reuse the same array for the merged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60</a:t>
            </a:fld>
            <a:endParaRPr lang="en-US" altLang="en-US"/>
          </a:p>
        </p:txBody>
      </p:sp>
    </p:spTree>
    <p:extLst>
      <p:ext uri="{BB962C8B-B14F-4D97-AF65-F5344CB8AC3E}">
        <p14:creationId xmlns:p14="http://schemas.microsoft.com/office/powerpoint/2010/main" val="202526669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we can simply increase the index a by 1&lt;&lt;animation 1&gt;&gt;, and thereby slot a is merged. We can see it is a very clever move, saving both time and space.</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61</a:t>
            </a:fld>
            <a:endParaRPr lang="en-US" altLang="en-US"/>
          </a:p>
        </p:txBody>
      </p:sp>
    </p:spTree>
    <p:extLst>
      <p:ext uri="{BB962C8B-B14F-4D97-AF65-F5344CB8AC3E}">
        <p14:creationId xmlns:p14="http://schemas.microsoft.com/office/powerpoint/2010/main" val="25639785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Now in the second case, </a:t>
            </a:r>
          </a:p>
          <a:p>
            <a:r>
              <a:rPr lang="en-GB" sz="1200" kern="1200" dirty="0">
                <a:solidFill>
                  <a:schemeClr val="tx1"/>
                </a:solidFill>
                <a:effectLst/>
                <a:latin typeface="Times New Roman" pitchFamily="18" charset="0"/>
                <a:ea typeface="+mn-ea"/>
                <a:cs typeface="+mn-cs"/>
              </a:rPr>
              <a:t>the head of the second half is smaller than the head of the first half. Slot b is equal to 3 and slot a is equal to 4, so slot b is smaller.</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62</a:t>
            </a:fld>
            <a:endParaRPr lang="en-US" altLang="en-US"/>
          </a:p>
        </p:txBody>
      </p:sp>
    </p:spTree>
    <p:extLst>
      <p:ext uri="{BB962C8B-B14F-4D97-AF65-F5344CB8AC3E}">
        <p14:creationId xmlns:p14="http://schemas.microsoft.com/office/powerpoint/2010/main" val="355156651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this case, we need to move slot b, with key value 3, to the front of the first half.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To do that, we first save the element 3 </a:t>
            </a:r>
            <a:r>
              <a:rPr lang="en-GB" sz="1200" b="0" kern="1200" dirty="0">
                <a:solidFill>
                  <a:schemeClr val="tx1"/>
                </a:solidFill>
                <a:effectLst/>
                <a:latin typeface="Times New Roman" pitchFamily="18" charset="0"/>
                <a:ea typeface="+mn-ea"/>
                <a:cs typeface="+mn-cs"/>
              </a:rPr>
              <a:t>in a</a:t>
            </a:r>
            <a:r>
              <a:rPr lang="en-GB" sz="1200" kern="1200" dirty="0">
                <a:solidFill>
                  <a:schemeClr val="tx1"/>
                </a:solidFill>
                <a:effectLst/>
                <a:latin typeface="Times New Roman" pitchFamily="18" charset="0"/>
                <a:ea typeface="+mn-ea"/>
                <a:cs typeface="+mn-cs"/>
              </a:rPr>
              <a:t> temporary variable.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shift the first half to the right side by one position. If we use contiguous storage like an array, this can be done by copying the elements one by one to the neighbouring position on the right side. If we use a linked list, then this can be achieved by changing the pointers. </a:t>
            </a:r>
          </a:p>
          <a:p>
            <a:r>
              <a:rPr lang="en-GB" sz="1200" kern="1200" dirty="0">
                <a:solidFill>
                  <a:schemeClr val="tx1"/>
                </a:solidFill>
                <a:effectLst/>
                <a:latin typeface="Times New Roman" pitchFamily="18" charset="0"/>
                <a:ea typeface="+mn-ea"/>
                <a:cs typeface="+mn-cs"/>
              </a:rPr>
              <a:t>As a result, we now have an open position at the left end of the list which is available for the element of 3. </a:t>
            </a:r>
          </a:p>
          <a:p>
            <a:r>
              <a:rPr lang="en-GB" sz="1200" kern="1200" dirty="0">
                <a:solidFill>
                  <a:schemeClr val="tx1"/>
                </a:solidFill>
                <a:effectLst/>
                <a:latin typeface="Times New Roman" pitchFamily="18" charset="0"/>
                <a:ea typeface="+mn-ea"/>
                <a:cs typeface="+mn-cs"/>
              </a:rPr>
              <a:t>So we insert the element saved in the temporary variable into the open slot made available by the shifting. This is how we merge the head of the second half to the correct position.</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63</a:t>
            </a:fld>
            <a:endParaRPr lang="en-US" altLang="en-US"/>
          </a:p>
        </p:txBody>
      </p:sp>
    </p:spTree>
    <p:extLst>
      <p:ext uri="{BB962C8B-B14F-4D97-AF65-F5344CB8AC3E}">
        <p14:creationId xmlns:p14="http://schemas.microsoft.com/office/powerpoint/2010/main" val="13671513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 indexes, a, b and mid, are also updated accordingly. In this case, each index is increased by one. </a:t>
            </a:r>
          </a:p>
          <a:p>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64</a:t>
            </a:fld>
            <a:endParaRPr lang="en-US" altLang="en-US"/>
          </a:p>
        </p:txBody>
      </p:sp>
    </p:spTree>
    <p:extLst>
      <p:ext uri="{BB962C8B-B14F-4D97-AF65-F5344CB8AC3E}">
        <p14:creationId xmlns:p14="http://schemas.microsoft.com/office/powerpoint/2010/main" val="4051186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third case, the heads of the two halves are equal. </a:t>
            </a:r>
          </a:p>
          <a:p>
            <a:r>
              <a:rPr lang="en-GB" sz="1200" kern="1200" dirty="0">
                <a:solidFill>
                  <a:schemeClr val="tx1"/>
                </a:solidFill>
                <a:effectLst/>
                <a:latin typeface="Times New Roman" pitchFamily="18" charset="0"/>
                <a:ea typeface="+mn-ea"/>
                <a:cs typeface="+mn-cs"/>
              </a:rPr>
              <a:t>Our goal is to move both heads of the two halves together to the left end of the list. </a:t>
            </a:r>
          </a:p>
          <a:p>
            <a:r>
              <a:rPr lang="en-GB" sz="1200" kern="1200" dirty="0">
                <a:solidFill>
                  <a:schemeClr val="tx1"/>
                </a:solidFill>
                <a:effectLst/>
                <a:latin typeface="Times New Roman" pitchFamily="18" charset="0"/>
                <a:ea typeface="+mn-ea"/>
                <a:cs typeface="+mn-cs"/>
              </a:rPr>
              <a:t>Since slot a is already on the left end of the list, what we need to do is to move the head of the second half, the element at slot b, to the position right after slot a.</a:t>
            </a:r>
          </a:p>
          <a:p>
            <a:r>
              <a:rPr lang="en-GB" sz="1200" kern="1200" dirty="0">
                <a:solidFill>
                  <a:schemeClr val="tx1"/>
                </a:solidFill>
                <a:effectLst/>
                <a:latin typeface="Times New Roman" pitchFamily="18" charset="0"/>
                <a:ea typeface="+mn-ea"/>
                <a:cs typeface="+mn-cs"/>
              </a:rPr>
              <a:t>To do that, we shift the first half, except for slot a, to the right side by one position, in order to make  room for the head of the second half. If we use a contiguous array, the shifting will overwrite the position of b.</a:t>
            </a:r>
          </a:p>
          <a:p>
            <a:r>
              <a:rPr lang="en-GB" sz="1200" kern="1200" dirty="0">
                <a:solidFill>
                  <a:schemeClr val="tx1"/>
                </a:solidFill>
                <a:effectLst/>
                <a:latin typeface="Times New Roman" pitchFamily="18" charset="0"/>
                <a:ea typeface="+mn-ea"/>
                <a:cs typeface="+mn-cs"/>
              </a:rPr>
              <a:t>So we need to save the element at slot b in a temporary variable, so that the shifting and overwriting won’t cause any loss of information. </a:t>
            </a:r>
          </a:p>
          <a:p>
            <a:endParaRPr lang="en-GB" sz="1200" kern="120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After that, the portion of the array consisting of elements 5, 7 and 8 will be shifted to the right side by one position</a:t>
            </a:r>
            <a:endParaRPr lang="en-GB" sz="1200" kern="1200" baseline="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As a result, the second slot of the list is now open for insertion.</a:t>
            </a:r>
          </a:p>
          <a:p>
            <a:endParaRPr lang="en-GB" dirty="0"/>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65</a:t>
            </a:fld>
            <a:endParaRPr lang="en-US" altLang="en-US"/>
          </a:p>
        </p:txBody>
      </p:sp>
    </p:spTree>
    <p:extLst>
      <p:ext uri="{BB962C8B-B14F-4D97-AF65-F5344CB8AC3E}">
        <p14:creationId xmlns:p14="http://schemas.microsoft.com/office/powerpoint/2010/main" val="168050329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After that, the portion of the array consisting of elements 5, 7 and 8 will be shifted to the right side by one position</a:t>
            </a:r>
            <a:endParaRPr lang="en-GB" sz="1200" kern="1200" baseline="0" dirty="0">
              <a:solidFill>
                <a:schemeClr val="tx1"/>
              </a:solidFill>
              <a:effectLst/>
              <a:latin typeface="Times New Roman" pitchFamily="18" charset="0"/>
              <a:ea typeface="+mn-ea"/>
              <a:cs typeface="+mn-cs"/>
            </a:endParaRPr>
          </a:p>
          <a:p>
            <a:r>
              <a:rPr lang="en-GB" sz="1200" kern="1200" dirty="0">
                <a:solidFill>
                  <a:schemeClr val="tx1"/>
                </a:solidFill>
                <a:effectLst/>
                <a:latin typeface="Times New Roman" pitchFamily="18" charset="0"/>
                <a:ea typeface="+mn-ea"/>
                <a:cs typeface="+mn-cs"/>
              </a:rPr>
              <a:t>As a result, the second slot of the list is now open for insertion.</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66</a:t>
            </a:fld>
            <a:endParaRPr lang="en-US" altLang="en-US"/>
          </a:p>
        </p:txBody>
      </p:sp>
    </p:spTree>
    <p:extLst>
      <p:ext uri="{BB962C8B-B14F-4D97-AF65-F5344CB8AC3E}">
        <p14:creationId xmlns:p14="http://schemas.microsoft.com/office/powerpoint/2010/main" val="395764329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So we insert the element 4 into the open position and thereby merge both heads of the two halves to the beginning of the list. </a:t>
            </a:r>
          </a:p>
          <a:p>
            <a:r>
              <a:rPr lang="en-GB" sz="1200" kern="1200" dirty="0">
                <a:solidFill>
                  <a:schemeClr val="tx1"/>
                </a:solidFill>
                <a:effectLst/>
                <a:latin typeface="Times New Roman" pitchFamily="18" charset="0"/>
                <a:ea typeface="+mn-ea"/>
                <a:cs typeface="+mn-cs"/>
              </a:rPr>
              <a:t>Of course, the indexes a, b and mid should be updated appropriately&lt;&lt;animation 3&gt;&gt;, so that they still point to the correct positions after merging the two elements. Now, ignoring the merged list, the rest of the list is still an input for the merge function. The while-loop will continue to merge the two sub-lists in the same way.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67</a:t>
            </a:fld>
            <a:endParaRPr lang="en-US" altLang="en-US"/>
          </a:p>
        </p:txBody>
      </p:sp>
    </p:spTree>
    <p:extLst>
      <p:ext uri="{BB962C8B-B14F-4D97-AF65-F5344CB8AC3E}">
        <p14:creationId xmlns:p14="http://schemas.microsoft.com/office/powerpoint/2010/main" val="2971600885"/>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Let us have a recap of the idea behind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68</a:t>
            </a:fld>
            <a:endParaRPr lang="en-US" altLang="en-US"/>
          </a:p>
        </p:txBody>
      </p:sp>
    </p:spTree>
    <p:extLst>
      <p:ext uri="{BB962C8B-B14F-4D97-AF65-F5344CB8AC3E}">
        <p14:creationId xmlns:p14="http://schemas.microsoft.com/office/powerpoint/2010/main" val="29994924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a:t>
            </a:r>
            <a:r>
              <a:rPr lang="en-GB" sz="1200" kern="1200" baseline="0" dirty="0">
                <a:solidFill>
                  <a:schemeClr val="tx1"/>
                </a:solidFill>
                <a:effectLst/>
                <a:latin typeface="Times New Roman" pitchFamily="18" charset="0"/>
                <a:ea typeface="+mn-ea"/>
                <a:cs typeface="+mn-cs"/>
              </a:rPr>
              <a:t> previous section, </a:t>
            </a:r>
            <a:r>
              <a:rPr lang="en-GB" sz="1200" kern="1200" dirty="0">
                <a:solidFill>
                  <a:schemeClr val="tx1"/>
                </a:solidFill>
                <a:effectLst/>
                <a:latin typeface="Times New Roman" pitchFamily="18" charset="0"/>
                <a:ea typeface="+mn-ea"/>
                <a:cs typeface="+mn-cs"/>
              </a:rPr>
              <a:t>we have seen that the merging is done in the same array, without an extra array, we need to do the swapping and shifting. </a:t>
            </a:r>
          </a:p>
          <a:p>
            <a:r>
              <a:rPr lang="en-GB" sz="1200" kern="1200" dirty="0">
                <a:solidFill>
                  <a:schemeClr val="tx1"/>
                </a:solidFill>
                <a:effectLst/>
                <a:latin typeface="Times New Roman" pitchFamily="18" charset="0"/>
                <a:ea typeface="+mn-ea"/>
                <a:cs typeface="+mn-cs"/>
              </a:rPr>
              <a:t>In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we first partition the input array into two sub-arrays of approximately equal sizes.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69</a:t>
            </a:fld>
            <a:endParaRPr lang="en-US" altLang="en-US"/>
          </a:p>
        </p:txBody>
      </p:sp>
    </p:spTree>
    <p:extLst>
      <p:ext uri="{BB962C8B-B14F-4D97-AF65-F5344CB8AC3E}">
        <p14:creationId xmlns:p14="http://schemas.microsoft.com/office/powerpoint/2010/main" val="266488551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And then we recursively partition the sub-arrays until a sub-array contains </a:t>
            </a:r>
            <a:r>
              <a:rPr lang="en-GB" sz="1200" b="0" kern="1200" baseline="0" dirty="0">
                <a:solidFill>
                  <a:schemeClr val="tx1"/>
                </a:solidFill>
                <a:effectLst/>
                <a:latin typeface="Times New Roman" pitchFamily="18" charset="0"/>
                <a:ea typeface="+mn-ea"/>
                <a:cs typeface="+mn-cs"/>
              </a:rPr>
              <a:t>no more than</a:t>
            </a:r>
            <a:r>
              <a:rPr lang="en-GB" sz="1200" b="0" kern="1200" dirty="0">
                <a:solidFill>
                  <a:schemeClr val="tx1"/>
                </a:solidFill>
                <a:effectLst/>
                <a:latin typeface="Times New Roman" pitchFamily="18" charset="0"/>
                <a:ea typeface="+mn-ea"/>
                <a:cs typeface="+mn-cs"/>
              </a:rPr>
              <a:t> two elements, which is the terminating case of the recursion.</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70</a:t>
            </a:fld>
            <a:endParaRPr lang="en-US" altLang="en-US"/>
          </a:p>
        </p:txBody>
      </p:sp>
    </p:spTree>
    <p:extLst>
      <p:ext uri="{BB962C8B-B14F-4D97-AF65-F5344CB8AC3E}">
        <p14:creationId xmlns:p14="http://schemas.microsoft.com/office/powerpoint/2010/main" val="32561035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Then, we do the “combination” step in the “Divide and Conquer” approach, which is the merge step. The merge function merges two sub-arrays, the first from the beginning position n to the middle position “mid”, and the second is from mid + 1 to the last position m.</a:t>
            </a: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71</a:t>
            </a:fld>
            <a:endParaRPr lang="en-US" altLang="en-US"/>
          </a:p>
        </p:txBody>
      </p:sp>
    </p:spTree>
    <p:extLst>
      <p:ext uri="{BB962C8B-B14F-4D97-AF65-F5344CB8AC3E}">
        <p14:creationId xmlns:p14="http://schemas.microsoft.com/office/powerpoint/2010/main" val="363247929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During the merging, the heads of the two sub-arrays are compared, and the smaller element will be merged into the new list.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72</a:t>
            </a:fld>
            <a:endParaRPr lang="en-US" altLang="en-US"/>
          </a:p>
        </p:txBody>
      </p:sp>
    </p:spTree>
    <p:extLst>
      <p:ext uri="{BB962C8B-B14F-4D97-AF65-F5344CB8AC3E}">
        <p14:creationId xmlns:p14="http://schemas.microsoft.com/office/powerpoint/2010/main" val="244271688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Recall in the pseudo code of the merge function, a is the running index of the first half sub-array, which increases from n to mid; likewise, the index of the second half, b, increases from mid + 1 to m. Actually, the merging is an incremental process</a:t>
            </a:r>
            <a:r>
              <a:rPr lang="en-GB" sz="1200" b="0" kern="1200" dirty="0">
                <a:solidFill>
                  <a:schemeClr val="tx1"/>
                </a:solidFill>
                <a:effectLst/>
                <a:latin typeface="Times New Roman" pitchFamily="18" charset="0"/>
                <a:ea typeface="+mn-ea"/>
                <a:cs typeface="+mn-cs"/>
              </a:rPr>
              <a:t>. But overall,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is considered as a “Divide and Conquer</a:t>
            </a:r>
            <a:r>
              <a:rPr lang="en-GB" sz="1200" b="0" kern="1200" baseline="0" dirty="0">
                <a:solidFill>
                  <a:schemeClr val="tx1"/>
                </a:solidFill>
                <a:effectLst/>
                <a:latin typeface="Times New Roman" pitchFamily="18" charset="0"/>
                <a:ea typeface="+mn-ea"/>
                <a:cs typeface="+mn-cs"/>
              </a:rPr>
              <a:t>” algorithm.</a:t>
            </a:r>
            <a:endParaRPr lang="en-GB" sz="1200" b="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73</a:t>
            </a:fld>
            <a:endParaRPr lang="en-US" altLang="en-US"/>
          </a:p>
        </p:txBody>
      </p:sp>
    </p:spTree>
    <p:extLst>
      <p:ext uri="{BB962C8B-B14F-4D97-AF65-F5344CB8AC3E}">
        <p14:creationId xmlns:p14="http://schemas.microsoft.com/office/powerpoint/2010/main" val="42394876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pseudo code, slot a is the head of the first half, and slot b is the head of the second half. </a:t>
            </a:r>
            <a:endParaRPr lang="en-GB"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74</a:t>
            </a:fld>
            <a:endParaRPr lang="en-US" altLang="en-US"/>
          </a:p>
        </p:txBody>
      </p:sp>
    </p:spTree>
    <p:extLst>
      <p:ext uri="{BB962C8B-B14F-4D97-AF65-F5344CB8AC3E}">
        <p14:creationId xmlns:p14="http://schemas.microsoft.com/office/powerpoint/2010/main" val="1401032508"/>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In the process of merging, the two sub-arrays will shrink to the right ends, to make room for the newly merged array.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75</a:t>
            </a:fld>
            <a:endParaRPr lang="en-US" altLang="en-US"/>
          </a:p>
        </p:txBody>
      </p:sp>
    </p:spTree>
    <p:extLst>
      <p:ext uri="{BB962C8B-B14F-4D97-AF65-F5344CB8AC3E}">
        <p14:creationId xmlns:p14="http://schemas.microsoft.com/office/powerpoint/2010/main" val="175643960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There are three cases as outcomes of the comparison between slot a and slot b. </a:t>
            </a:r>
          </a:p>
          <a:p>
            <a:r>
              <a:rPr lang="en-GB" sz="1200" kern="1200" dirty="0">
                <a:solidFill>
                  <a:schemeClr val="tx1"/>
                </a:solidFill>
                <a:effectLst/>
                <a:latin typeface="Times New Roman" pitchFamily="18" charset="0"/>
                <a:ea typeface="+mn-ea"/>
                <a:cs typeface="+mn-cs"/>
              </a:rPr>
              <a:t>If slot a is smaller than slot b, then we just need to increase index a by one, because slot a is already in the correct position. Remember that we are reusing the same array for both the input and output of the </a:t>
            </a:r>
            <a:r>
              <a:rPr lang="en-GB" sz="1200" b="0" kern="1200" dirty="0">
                <a:solidFill>
                  <a:schemeClr val="tx1"/>
                </a:solidFill>
                <a:effectLst/>
                <a:latin typeface="Times New Roman" pitchFamily="18" charset="0"/>
                <a:ea typeface="+mn-ea"/>
                <a:cs typeface="+mn-cs"/>
              </a:rPr>
              <a:t>merge function.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76</a:t>
            </a:fld>
            <a:endParaRPr lang="en-US" altLang="en-US"/>
          </a:p>
        </p:txBody>
      </p:sp>
    </p:spTree>
    <p:extLst>
      <p:ext uri="{BB962C8B-B14F-4D97-AF65-F5344CB8AC3E}">
        <p14:creationId xmlns:p14="http://schemas.microsoft.com/office/powerpoint/2010/main" val="34262762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slot a is larger than slot b, then we will shift the left sub-array one position to the right side, in order to make space for the insertion of slot b.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77</a:t>
            </a:fld>
            <a:endParaRPr lang="en-US" altLang="en-US"/>
          </a:p>
        </p:txBody>
      </p:sp>
    </p:spTree>
    <p:extLst>
      <p:ext uri="{BB962C8B-B14F-4D97-AF65-F5344CB8AC3E}">
        <p14:creationId xmlns:p14="http://schemas.microsoft.com/office/powerpoint/2010/main" val="232555912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If slot a and slot b are equal, then slot a has been in the correct position already, but slot b must be moved next to slot a. In this case we also need to do the shifting. </a:t>
            </a:r>
          </a:p>
          <a:p>
            <a:endParaRPr lang="en-GB"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Now we have learned how the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works correctly. Next we are going to analyse the time complexity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78</a:t>
            </a:fld>
            <a:endParaRPr lang="en-US" altLang="en-US"/>
          </a:p>
        </p:txBody>
      </p:sp>
    </p:spTree>
    <p:extLst>
      <p:ext uri="{BB962C8B-B14F-4D97-AF65-F5344CB8AC3E}">
        <p14:creationId xmlns:p14="http://schemas.microsoft.com/office/powerpoint/2010/main" val="2079098454"/>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a:solidFill>
                  <a:schemeClr val="tx1"/>
                </a:solidFill>
                <a:effectLst/>
                <a:latin typeface="Times New Roman" pitchFamily="18" charset="0"/>
                <a:ea typeface="+mn-ea"/>
                <a:cs typeface="+mn-cs"/>
              </a:rPr>
              <a:t>While Insertion sort uses the “incremental approach”,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algorithm uses the strategy of “Divide and Conquer”. </a:t>
            </a:r>
          </a:p>
          <a:p>
            <a:r>
              <a:rPr lang="en-GB" sz="1200" kern="1200" dirty="0">
                <a:solidFill>
                  <a:schemeClr val="tx1"/>
                </a:solidFill>
                <a:effectLst/>
                <a:latin typeface="Times New Roman" pitchFamily="18" charset="0"/>
                <a:ea typeface="+mn-ea"/>
                <a:cs typeface="+mn-cs"/>
              </a:rPr>
              <a:t>Here is an outline of the approach.</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79</a:t>
            </a:fld>
            <a:endParaRPr lang="en-US" altLang="en-US"/>
          </a:p>
        </p:txBody>
      </p:sp>
    </p:spTree>
    <p:extLst>
      <p:ext uri="{BB962C8B-B14F-4D97-AF65-F5344CB8AC3E}">
        <p14:creationId xmlns:p14="http://schemas.microsoft.com/office/powerpoint/2010/main" val="166348477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a:ln/>
        </p:spPr>
      </p:sp>
      <p:sp>
        <p:nvSpPr>
          <p:cNvPr id="993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We are going to analyse the time complexity of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a:t>
            </a:r>
          </a:p>
        </p:txBody>
      </p:sp>
      <p:sp>
        <p:nvSpPr>
          <p:cNvPr id="993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761CA1B1-6711-4F9D-AFF7-C2EC47EA87D2}" type="slidenum">
              <a:rPr lang="en-US" altLang="en-US" sz="1000" b="0">
                <a:solidFill>
                  <a:schemeClr val="tx1"/>
                </a:solidFill>
                <a:latin typeface="Times New Roman" panose="02020603050405020304" pitchFamily="18" charset="0"/>
              </a:rPr>
              <a:pPr/>
              <a:t>80</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45029594"/>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a:ln/>
        </p:spPr>
      </p:sp>
      <p:sp>
        <p:nvSpPr>
          <p:cNvPr id="1003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Since merge is a key step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let us first analyse the running time of merging two sub-lists of total size n.</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key observation is that one comparison of keys will merge at least one element from the two sub-lists to the merged list. Moreover, once an element is merged, it will never be compared with any other element again.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If we are lucky, one comparison can merge two elements. When does that happen? When there is a tie comparing the heads of the two sub-lists, then one comparison will move both heads to the merged list.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last comparison is special, in that after the last comparison at least two elements will be moved to the merged list. Because after the last comparison, one sub-list becomes empty, and no comparison is needed any more. Whatever is left in the other sub-list will be merged. Sometimes even more than two elements will be moved after the last comparison, which happens when there are more than one elements remaining in the non-empty sub-list. Overall, in the worst case, to merge two sub-lists of totally n elements, n – 1 key comparisons would be needed. So the running time of merge is in linear time, that is, theta of n.</a:t>
            </a:r>
          </a:p>
          <a:p>
            <a:endParaRPr lang="en-US" altLang="en-US" b="0" dirty="0"/>
          </a:p>
        </p:txBody>
      </p:sp>
      <p:sp>
        <p:nvSpPr>
          <p:cNvPr id="1003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0D45051A-7AD3-49A6-8A34-335C28230474}" type="slidenum">
              <a:rPr lang="en-US" altLang="en-US" sz="1000" b="0">
                <a:solidFill>
                  <a:schemeClr val="tx1"/>
                </a:solidFill>
                <a:latin typeface="Times New Roman" panose="02020603050405020304" pitchFamily="18" charset="0"/>
              </a:rPr>
              <a:pPr/>
              <a:t>81</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220757154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p:cNvSpPr>
            <a:spLocks noGrp="1" noRot="1" noChangeAspect="1" noTextEdit="1"/>
          </p:cNvSpPr>
          <p:nvPr>
            <p:ph type="sldImg"/>
          </p:nvPr>
        </p:nvSpPr>
        <p:spPr>
          <a:ln/>
        </p:spPr>
      </p:sp>
      <p:sp>
        <p:nvSpPr>
          <p:cNvPr id="1013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Since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is designed as a recursive function, to analyse its time complexity, we will derive and solve the recurrence equation. </a:t>
            </a:r>
          </a:p>
          <a:p>
            <a:r>
              <a:rPr lang="en-GB" sz="1200" b="0" kern="1200" dirty="0">
                <a:solidFill>
                  <a:schemeClr val="tx1"/>
                </a:solidFill>
                <a:effectLst/>
                <a:latin typeface="Times New Roman" pitchFamily="18" charset="0"/>
                <a:ea typeface="+mn-ea"/>
                <a:cs typeface="+mn-cs"/>
              </a:rPr>
              <a:t>Let’s use the function W to represent the number of comparisons between array elements.</a:t>
            </a:r>
          </a:p>
          <a:p>
            <a:r>
              <a:rPr lang="en-GB" sz="1200" b="0" kern="1200" dirty="0">
                <a:solidFill>
                  <a:schemeClr val="tx1"/>
                </a:solidFill>
                <a:effectLst/>
                <a:latin typeface="Times New Roman" pitchFamily="18" charset="0"/>
                <a:ea typeface="+mn-ea"/>
                <a:cs typeface="+mn-cs"/>
              </a:rPr>
              <a:t>The parameter inside the brackets of the W function is the number of elements to be sorted.</a:t>
            </a:r>
          </a:p>
          <a:p>
            <a:r>
              <a:rPr lang="en-GB" sz="1200" b="0" kern="1200" dirty="0">
                <a:solidFill>
                  <a:schemeClr val="tx1"/>
                </a:solidFill>
                <a:effectLst/>
                <a:latin typeface="Times New Roman" pitchFamily="18" charset="0"/>
                <a:ea typeface="+mn-ea"/>
                <a:cs typeface="+mn-cs"/>
              </a:rPr>
              <a:t>In the base case, when there is no more than one element, we just return without making any key comparisons.</a:t>
            </a:r>
          </a:p>
          <a:p>
            <a:r>
              <a:rPr lang="en-GB" sz="1200" b="0" kern="1200" dirty="0">
                <a:solidFill>
                  <a:schemeClr val="tx1"/>
                </a:solidFill>
                <a:effectLst/>
                <a:latin typeface="Times New Roman" pitchFamily="18" charset="0"/>
                <a:ea typeface="+mn-ea"/>
                <a:cs typeface="+mn-cs"/>
              </a:rPr>
              <a:t>Thus, W 1 is equal to 0.</a:t>
            </a:r>
          </a:p>
          <a:p>
            <a:r>
              <a:rPr lang="en-GB" sz="1200" b="0" kern="1200" dirty="0">
                <a:solidFill>
                  <a:schemeClr val="tx1"/>
                </a:solidFill>
                <a:effectLst/>
                <a:latin typeface="Times New Roman" pitchFamily="18" charset="0"/>
                <a:ea typeface="+mn-ea"/>
                <a:cs typeface="+mn-cs"/>
              </a:rPr>
              <a:t>Then, for the recursive call on the first or the second half ,the size of input sub-array is n </a:t>
            </a:r>
            <a:r>
              <a:rPr lang="en-GB" sz="1200" b="0" kern="1200" baseline="0" dirty="0">
                <a:solidFill>
                  <a:schemeClr val="tx1"/>
                </a:solidFill>
                <a:effectLst/>
                <a:latin typeface="Times New Roman" pitchFamily="18" charset="0"/>
                <a:ea typeface="+mn-ea"/>
                <a:cs typeface="+mn-cs"/>
              </a:rPr>
              <a:t>divided by</a:t>
            </a:r>
            <a:r>
              <a:rPr lang="en-GB" sz="1200" b="0" kern="1200" dirty="0">
                <a:solidFill>
                  <a:schemeClr val="tx1"/>
                </a:solidFill>
                <a:effectLst/>
                <a:latin typeface="Times New Roman" pitchFamily="18" charset="0"/>
                <a:ea typeface="+mn-ea"/>
                <a:cs typeface="+mn-cs"/>
              </a:rPr>
              <a:t> 2.</a:t>
            </a:r>
          </a:p>
          <a:p>
            <a:r>
              <a:rPr lang="en-GB" sz="1200" b="0" kern="1200" dirty="0">
                <a:solidFill>
                  <a:schemeClr val="tx1"/>
                </a:solidFill>
                <a:effectLst/>
                <a:latin typeface="Times New Roman" pitchFamily="18" charset="0"/>
                <a:ea typeface="+mn-ea"/>
                <a:cs typeface="+mn-cs"/>
              </a:rPr>
              <a:t>And the worst-case running time for merge is n – 1 ,as we have just analysed in the previous slide. </a:t>
            </a:r>
          </a:p>
          <a:p>
            <a:r>
              <a:rPr lang="en-GB" sz="1200" b="0" kern="1200" dirty="0">
                <a:solidFill>
                  <a:schemeClr val="tx1"/>
                </a:solidFill>
                <a:effectLst/>
                <a:latin typeface="Times New Roman" pitchFamily="18" charset="0"/>
                <a:ea typeface="+mn-ea"/>
                <a:cs typeface="+mn-cs"/>
              </a:rPr>
              <a:t>Then, these items are added together. The total is W of n. From such an analysis of the pseudo code, we can derive the recurrence equation for the number of key comparisons performed by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t>
            </a:r>
          </a:p>
        </p:txBody>
      </p:sp>
      <p:sp>
        <p:nvSpPr>
          <p:cNvPr id="1013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F978A086-834A-4EC4-88FA-A99159FEA97D}" type="slidenum">
              <a:rPr lang="en-US" altLang="en-US" sz="1000" b="0">
                <a:solidFill>
                  <a:schemeClr val="tx1"/>
                </a:solidFill>
                <a:latin typeface="Times New Roman" panose="02020603050405020304" pitchFamily="18" charset="0"/>
              </a:rPr>
              <a:pPr/>
              <a:t>82</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799460364"/>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a:ln/>
        </p:spPr>
      </p:sp>
      <p:sp>
        <p:nvSpPr>
          <p:cNvPr id="1024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Based on the pseudo code and breakdown of the number of key comparisons shown in the previous slide, we derive the recurrence equation as shown here.|</a:t>
            </a:r>
          </a:p>
          <a:p>
            <a:endParaRPr lang="en-GB" sz="1200" b="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For simplicity, let us assume that n is equal to 2 to the power of k, for some integer k, such that when we divide the array into two halves, their sizes will be exactly equal. Next, we are going to solve this recurrence equation. First, let us express n in terms of k.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Show eq. slightly</a:t>
            </a:r>
            <a:r>
              <a:rPr lang="en-GB" sz="1200" b="0" kern="1200" baseline="0" dirty="0">
                <a:solidFill>
                  <a:schemeClr val="tx1"/>
                </a:solidFill>
                <a:effectLst/>
                <a:latin typeface="Times New Roman" pitchFamily="18" charset="0"/>
                <a:ea typeface="+mn-ea"/>
                <a:cs typeface="+mn-cs"/>
              </a:rPr>
              <a:t> earlier than voice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On the right hand side, we combine the two W functions together, since they are identical.</a:t>
            </a:r>
          </a:p>
          <a:p>
            <a:r>
              <a:rPr lang="en-GB" sz="1200" b="0" kern="1200" dirty="0">
                <a:solidFill>
                  <a:schemeClr val="tx1"/>
                </a:solidFill>
                <a:effectLst/>
                <a:latin typeface="Times New Roman" pitchFamily="18" charset="0"/>
                <a:ea typeface="+mn-ea"/>
                <a:cs typeface="+mn-cs"/>
              </a:rPr>
              <a:t>Our goal is to get rid of the W function from the right hand side, so that the W function can be expressed in terms of basic algebraic operations of n.</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en-US" sz="1200" b="0" dirty="0">
              <a:latin typeface="Arial" panose="020B0604020202020204" pitchFamily="34" charset="0"/>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technique is to express the W with parameter 2 to the power of k – 1, which is purple in colour, in the same form, but just with a smaller parameter, that is 2 to the power of k – 2.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Then, multiply the 2 inside the brackets and we will get the new expression of right hand side, with the function W of 2 to the power of k – 2, in green colour.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GB" sz="1200" b="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Likewise, we can substitute the green colour function with the right hand side of the recurrence equation. </a:t>
            </a: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b="0" kern="1200" dirty="0">
                <a:solidFill>
                  <a:schemeClr val="tx1"/>
                </a:solidFill>
                <a:effectLst/>
                <a:latin typeface="Times New Roman" pitchFamily="18" charset="0"/>
                <a:ea typeface="+mn-ea"/>
                <a:cs typeface="+mn-cs"/>
              </a:rPr>
              <a:t>The trend is that with each substitution the parameter of the W function on the right hand side becomes smaller and smaller, moving towards the base case. </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We continue the steps of substitution and multiplication, until we reach the base case, that is, the parameter of the W function is equal to 1. </a:t>
            </a:r>
          </a:p>
          <a:p>
            <a:r>
              <a:rPr lang="en-GB" sz="1200" b="0" kern="1200" dirty="0">
                <a:solidFill>
                  <a:schemeClr val="tx1"/>
                </a:solidFill>
                <a:effectLst/>
                <a:latin typeface="Times New Roman" pitchFamily="18" charset="0"/>
                <a:ea typeface="+mn-ea"/>
                <a:cs typeface="+mn-cs"/>
              </a:rPr>
              <a:t>In the rest of the right hand side, the blue part is a geometric series.</a:t>
            </a:r>
            <a:endParaRPr lang="en-GB" sz="1200" b="0" kern="1200" baseline="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Since</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W 1 is equal to 0, W function has now disappeared from the right-hand side. What is left is the k times 2 to the power of</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k (in pink colour) and the sum of the geometric series, which is equal to 2 to the power of k minus 1 (in blue colour). </a:t>
            </a:r>
          </a:p>
          <a:p>
            <a:r>
              <a:rPr lang="en-GB" sz="1200" b="0" kern="1200" dirty="0">
                <a:solidFill>
                  <a:schemeClr val="tx1"/>
                </a:solidFill>
                <a:effectLst/>
                <a:latin typeface="Times New Roman" pitchFamily="18" charset="0"/>
                <a:ea typeface="+mn-ea"/>
                <a:cs typeface="+mn-cs"/>
              </a:rPr>
              <a:t>Now let’s rephrase the right hand side in terms of n, rather than k. Because n is equal to 2 to the power of k, k is equal to log base 2 of n. </a:t>
            </a:r>
          </a:p>
          <a:p>
            <a:r>
              <a:rPr lang="en-GB" sz="1200" b="0" kern="1200" dirty="0">
                <a:solidFill>
                  <a:schemeClr val="tx1"/>
                </a:solidFill>
                <a:effectLst/>
                <a:latin typeface="Times New Roman" pitchFamily="18" charset="0"/>
                <a:ea typeface="+mn-ea"/>
                <a:cs typeface="+mn-cs"/>
              </a:rPr>
              <a:t>Therefore, the right hand side is equal to n log n minus (n – 1). So in big O notation, it is big </a:t>
            </a:r>
            <a:r>
              <a:rPr lang="en-GB" sz="1200" b="0" strike="noStrike" kern="1200" dirty="0">
                <a:solidFill>
                  <a:schemeClr val="tx1"/>
                </a:solidFill>
                <a:effectLst/>
                <a:latin typeface="Times New Roman" pitchFamily="18" charset="0"/>
                <a:ea typeface="+mn-ea"/>
                <a:cs typeface="+mn-cs"/>
              </a:rPr>
              <a:t>O</a:t>
            </a:r>
            <a:r>
              <a:rPr lang="en-GB" sz="1200" b="0" kern="1200" dirty="0">
                <a:solidFill>
                  <a:schemeClr val="tx1"/>
                </a:solidFill>
                <a:effectLst/>
                <a:latin typeface="Times New Roman" pitchFamily="18" charset="0"/>
                <a:ea typeface="+mn-ea"/>
                <a:cs typeface="+mn-cs"/>
              </a:rPr>
              <a:t> of n log n.</a:t>
            </a:r>
          </a:p>
          <a:p>
            <a:endParaRPr lang="en-US" altLang="en-US" b="0" dirty="0"/>
          </a:p>
        </p:txBody>
      </p:sp>
      <p:sp>
        <p:nvSpPr>
          <p:cNvPr id="1024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6DC13CEF-EE09-4E2D-A4DC-A4E78EDE29D7}" type="slidenum">
              <a:rPr lang="en-US" altLang="en-US" sz="1000" b="0">
                <a:solidFill>
                  <a:schemeClr val="tx1"/>
                </a:solidFill>
                <a:latin typeface="Times New Roman" panose="02020603050405020304" pitchFamily="18" charset="0"/>
              </a:rPr>
              <a:pPr/>
              <a:t>83</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947747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lide Image Placeholder 1"/>
          <p:cNvSpPr>
            <a:spLocks noGrp="1" noRot="1" noChangeAspect="1" noTextEdit="1"/>
          </p:cNvSpPr>
          <p:nvPr>
            <p:ph type="sldImg"/>
          </p:nvPr>
        </p:nvSpPr>
        <p:spPr>
          <a:ln/>
        </p:spPr>
      </p:sp>
      <p:sp>
        <p:nvSpPr>
          <p:cNvPr id="10342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b="0" kern="1200" dirty="0">
                <a:solidFill>
                  <a:schemeClr val="tx1"/>
                </a:solidFill>
                <a:effectLst/>
                <a:latin typeface="Times New Roman" pitchFamily="18" charset="0"/>
                <a:ea typeface="+mn-ea"/>
                <a:cs typeface="+mn-cs"/>
              </a:rPr>
              <a:t>Another way to solve the recurrence equation and visualize the solution is to use a “Recursion Tree” for the book keeping.</a:t>
            </a:r>
            <a:r>
              <a:rPr lang="en-GB" sz="1200" b="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At the root of the tree, we have the box containing function W of n, representing the number of key comparisons of the whole algorithm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a:t>
            </a:r>
          </a:p>
          <a:p>
            <a:r>
              <a:rPr lang="en-GB" sz="1200" b="0" kern="1200" dirty="0">
                <a:solidFill>
                  <a:schemeClr val="tx1"/>
                </a:solidFill>
                <a:effectLst/>
                <a:latin typeface="Times New Roman" pitchFamily="18" charset="0"/>
                <a:ea typeface="+mn-ea"/>
                <a:cs typeface="+mn-cs"/>
              </a:rPr>
              <a:t>Another box beside W n contains n – 1, which records the worst-case number of key comparisons for the merge.;</a:t>
            </a:r>
          </a:p>
          <a:p>
            <a:endParaRPr lang="en-GB" sz="1200" b="0" kern="1200" dirty="0">
              <a:solidFill>
                <a:schemeClr val="tx1"/>
              </a:solidFill>
              <a:effectLst/>
              <a:latin typeface="Times New Roman" pitchFamily="18" charset="0"/>
              <a:ea typeface="+mn-ea"/>
              <a:cs typeface="+mn-cs"/>
            </a:endParaRPr>
          </a:p>
          <a:p>
            <a:r>
              <a:rPr lang="en-GB" sz="1200" b="0" kern="1200" dirty="0">
                <a:solidFill>
                  <a:schemeClr val="tx1"/>
                </a:solidFill>
                <a:effectLst/>
                <a:latin typeface="Times New Roman" pitchFamily="18" charset="0"/>
                <a:ea typeface="+mn-ea"/>
                <a:cs typeface="+mn-cs"/>
              </a:rPr>
              <a:t>Moving down to the next level of the tree, the two child nodes represent the two recursive calls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algorithm on the two halves of the input list. So W of n divided</a:t>
            </a:r>
            <a:r>
              <a:rPr lang="en-GB" sz="1200" b="0" kern="1200" baseline="0" dirty="0">
                <a:solidFill>
                  <a:schemeClr val="tx1"/>
                </a:solidFill>
                <a:effectLst/>
                <a:latin typeface="Times New Roman" pitchFamily="18" charset="0"/>
                <a:ea typeface="+mn-ea"/>
                <a:cs typeface="+mn-cs"/>
              </a:rPr>
              <a:t> by</a:t>
            </a:r>
            <a:r>
              <a:rPr lang="en-GB" sz="1200" b="0" kern="1200" dirty="0">
                <a:solidFill>
                  <a:schemeClr val="tx1"/>
                </a:solidFill>
                <a:effectLst/>
                <a:latin typeface="Times New Roman" pitchFamily="18" charset="0"/>
                <a:ea typeface="+mn-ea"/>
                <a:cs typeface="+mn-cs"/>
              </a:rPr>
              <a:t> 2 represents the number of comparisons on the first or the second half. Likewise the number of comparisons for the merging of each sub-list, which is equal to n over 2 minus 1, is also recorded in each of the two boxes at the second level.</a:t>
            </a:r>
          </a:p>
          <a:p>
            <a:r>
              <a:rPr lang="en-GB" sz="1200" b="0" kern="1200" dirty="0">
                <a:solidFill>
                  <a:schemeClr val="tx1"/>
                </a:solidFill>
                <a:effectLst/>
                <a:latin typeface="Times New Roman" pitchFamily="18" charset="0"/>
                <a:ea typeface="+mn-ea"/>
                <a:cs typeface="+mn-cs"/>
              </a:rPr>
              <a:t>We also record the numbers of comparisons for the merging in the column on the right hand side of the tree. So we spread the tree nodes in the structure of a binary tree, which corresponds to the recursive structure of the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algorithm, until we have reached the terminating cases, which correspond to the leaves of the recursion tree. In each leaf, the parameter of the W function is equal to two, so there is no need to spread it out anymore as, W of 1 is equal to 0. Then, the total number of comparisons is equal to the sum of the numbers laid out at the right hand side of the tree.</a:t>
            </a:r>
          </a:p>
          <a:p>
            <a:r>
              <a:rPr lang="en-GB" sz="1200" b="0" kern="1200" dirty="0">
                <a:solidFill>
                  <a:schemeClr val="tx1"/>
                </a:solidFill>
                <a:effectLst/>
                <a:latin typeface="Times New Roman" pitchFamily="18" charset="0"/>
                <a:ea typeface="+mn-ea"/>
                <a:cs typeface="+mn-cs"/>
              </a:rPr>
              <a:t>As we can see, at each level, the number of comparisons is no more than n. So the sum of these numbers would depend on the height of the tree. It is easy to see that the height of the tree is approximately equal to k, which is equal to log base 2 of n. Since there are log n levels and the number of</a:t>
            </a:r>
            <a:r>
              <a:rPr lang="en-GB" sz="1200" b="0" kern="1200" baseline="0" dirty="0">
                <a:solidFill>
                  <a:schemeClr val="tx1"/>
                </a:solidFill>
                <a:effectLst/>
                <a:latin typeface="Times New Roman" pitchFamily="18" charset="0"/>
                <a:ea typeface="+mn-ea"/>
                <a:cs typeface="+mn-cs"/>
              </a:rPr>
              <a:t> key comparisons </a:t>
            </a:r>
            <a:r>
              <a:rPr lang="en-GB" sz="1200" b="0" kern="1200" dirty="0">
                <a:solidFill>
                  <a:schemeClr val="tx1"/>
                </a:solidFill>
                <a:effectLst/>
                <a:latin typeface="Times New Roman" pitchFamily="18" charset="0"/>
                <a:ea typeface="+mn-ea"/>
                <a:cs typeface="+mn-cs"/>
              </a:rPr>
              <a:t>in each level is upper bounded by n, so totally the sum is upper bounded by n log n. </a:t>
            </a:r>
          </a:p>
          <a:p>
            <a:r>
              <a:rPr lang="en-GB" sz="1200" b="0" kern="1200" dirty="0">
                <a:solidFill>
                  <a:schemeClr val="tx1"/>
                </a:solidFill>
                <a:effectLst/>
                <a:latin typeface="Times New Roman" pitchFamily="18" charset="0"/>
                <a:ea typeface="+mn-ea"/>
                <a:cs typeface="+mn-cs"/>
              </a:rPr>
              <a:t>Therefore, using the recursion tree we can reach the same conclusion about the running time of </a:t>
            </a:r>
            <a:r>
              <a:rPr lang="en-GB" sz="1200" b="0" kern="1200" dirty="0" err="1">
                <a:solidFill>
                  <a:schemeClr val="tx1"/>
                </a:solidFill>
                <a:effectLst/>
                <a:latin typeface="Times New Roman" pitchFamily="18" charset="0"/>
                <a:ea typeface="+mn-ea"/>
                <a:cs typeface="+mn-cs"/>
              </a:rPr>
              <a:t>Mergesort</a:t>
            </a:r>
            <a:r>
              <a:rPr lang="en-GB" sz="1200" b="0" kern="1200" dirty="0">
                <a:solidFill>
                  <a:schemeClr val="tx1"/>
                </a:solidFill>
                <a:effectLst/>
                <a:latin typeface="Times New Roman" pitchFamily="18" charset="0"/>
                <a:ea typeface="+mn-ea"/>
                <a:cs typeface="+mn-cs"/>
              </a:rPr>
              <a:t> as the previous slide, which is big O of n log n. </a:t>
            </a:r>
          </a:p>
        </p:txBody>
      </p:sp>
      <p:sp>
        <p:nvSpPr>
          <p:cNvPr id="1034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2397A5BD-163A-4CF4-8EF4-D3C5B01118B5}" type="slidenum">
              <a:rPr lang="en-US" altLang="en-US" sz="1000" b="0">
                <a:solidFill>
                  <a:schemeClr val="tx1"/>
                </a:solidFill>
                <a:latin typeface="Times New Roman" panose="02020603050405020304" pitchFamily="18" charset="0"/>
              </a:rPr>
              <a:pPr/>
              <a:t>84</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983022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kern="1200" dirty="0">
                <a:solidFill>
                  <a:schemeClr val="tx1"/>
                </a:solidFill>
                <a:effectLst/>
                <a:latin typeface="Times New Roman" pitchFamily="18" charset="0"/>
                <a:ea typeface="+mn-ea"/>
                <a:cs typeface="+mn-cs"/>
              </a:rPr>
              <a:t>The complexity analysis shows that</a:t>
            </a:r>
            <a:r>
              <a:rPr lang="en-GB" sz="1200" b="0" kern="1200" baseline="0" dirty="0">
                <a:solidFill>
                  <a:schemeClr val="tx1"/>
                </a:solidFill>
                <a:effectLst/>
                <a:latin typeface="Times New Roman" pitchFamily="18" charset="0"/>
                <a:ea typeface="+mn-ea"/>
                <a:cs typeface="+mn-cs"/>
              </a:rPr>
              <a:t> </a:t>
            </a:r>
            <a:r>
              <a:rPr lang="en-GB" sz="1200" kern="1200" dirty="0" err="1">
                <a:solidFill>
                  <a:schemeClr val="tx1"/>
                </a:solidFill>
                <a:effectLst/>
                <a:latin typeface="Times New Roman" pitchFamily="18" charset="0"/>
                <a:ea typeface="+mn-ea"/>
                <a:cs typeface="+mn-cs"/>
              </a:rPr>
              <a:t>Mergesort</a:t>
            </a:r>
            <a:r>
              <a:rPr lang="en-GB" sz="1200" kern="1200" dirty="0">
                <a:solidFill>
                  <a:schemeClr val="tx1"/>
                </a:solidFill>
                <a:effectLst/>
                <a:latin typeface="Times New Roman" pitchFamily="18" charset="0"/>
                <a:ea typeface="+mn-ea"/>
                <a:cs typeface="+mn-cs"/>
              </a:rPr>
              <a:t> has a very good running time of n log n, which is the fastest running time amongst the sorting algorithms based on comparison. It would be easier to implement using linked list than using contiguous storage like arrays, because we need to shift part of the input data for the merge. On the other hand, the weakness is also due to the shifting. If you use contiguous data storage like arrays, then the data movement for shifting of sub-arrays would be time-consuming.</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85</a:t>
            </a:fld>
            <a:endParaRPr lang="en-US" altLang="en-US"/>
          </a:p>
        </p:txBody>
      </p:sp>
    </p:spTree>
    <p:extLst>
      <p:ext uri="{BB962C8B-B14F-4D97-AF65-F5344CB8AC3E}">
        <p14:creationId xmlns:p14="http://schemas.microsoft.com/office/powerpoint/2010/main" val="15653184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a:t>
            </a:r>
            <a:r>
              <a:rPr lang="en-GB" baseline="0" dirty="0"/>
              <a:t> this lecture, we have learned the sorting algorithm of </a:t>
            </a:r>
            <a:r>
              <a:rPr lang="en-GB" baseline="0" dirty="0" err="1"/>
              <a:t>Mergesort</a:t>
            </a:r>
            <a:r>
              <a:rPr lang="en-GB" baseline="0" dirty="0"/>
              <a:t>. It is an example of the Divide and Conquer approach.</a:t>
            </a:r>
          </a:p>
          <a:p>
            <a:r>
              <a:rPr lang="en-GB" baseline="0" dirty="0"/>
              <a:t>Basically, </a:t>
            </a:r>
            <a:r>
              <a:rPr lang="en-GB" baseline="0" dirty="0" err="1"/>
              <a:t>Mergesort</a:t>
            </a:r>
            <a:r>
              <a:rPr lang="en-GB" baseline="0" dirty="0"/>
              <a:t> algorithm divides an input list (or array) into two halves of approximately equal sizes. It then divide each of the two sub-lists further into two sub sub-lists. So, after the second round of division, there will be four sub-lists each of size approximately one quarter of the whole list. This division goes on recursively, until the sub-lists are two short to divide any further, say, when there are only one or two elements. Then, the </a:t>
            </a:r>
            <a:r>
              <a:rPr lang="en-GB" baseline="0" dirty="0" err="1"/>
              <a:t>Mergesort</a:t>
            </a:r>
            <a:r>
              <a:rPr lang="en-GB" baseline="0" dirty="0"/>
              <a:t> algorithm will merge the short sub-lists back. So, two sub-lists each of size 2 will be merged into a list of size 4; two sub-lists each of size 4 will be merged into a list of size 8; and so on. Note that, for the merge function, the two input sub-lists must be already sorted. Otherwise, the merge function can’t work correctly, because it depends on assumption that input lists are sorted.</a:t>
            </a:r>
          </a:p>
          <a:p>
            <a:endParaRPr lang="en-GB" baseline="0" dirty="0"/>
          </a:p>
          <a:p>
            <a:r>
              <a:rPr lang="en-GB" baseline="0" dirty="0"/>
              <a:t>Assume the running time of </a:t>
            </a:r>
            <a:r>
              <a:rPr lang="en-GB" baseline="0" dirty="0" err="1"/>
              <a:t>Mergesort</a:t>
            </a:r>
            <a:r>
              <a:rPr lang="en-GB" baseline="0" dirty="0"/>
              <a:t> is measured by the number of key comparisons. Then, to merge two sorted sub-lists of total size n, n – 1 key comparisons would be needed in the worst case. This is because each key comparison merge at least one element, and the last key comparison will take care of at least two elements.</a:t>
            </a:r>
          </a:p>
          <a:p>
            <a:endParaRPr lang="en-GB" baseline="0" dirty="0"/>
          </a:p>
          <a:p>
            <a:r>
              <a:rPr lang="en-GB" baseline="0" dirty="0"/>
              <a:t>Using recurrence equation or recursion tree, we can see that </a:t>
            </a:r>
            <a:r>
              <a:rPr lang="en-GB" baseline="0" dirty="0" err="1"/>
              <a:t>Mergesort</a:t>
            </a:r>
            <a:r>
              <a:rPr lang="en-GB" baseline="0" dirty="0"/>
              <a:t> takes time n log n.</a:t>
            </a:r>
          </a:p>
          <a:p>
            <a:endParaRPr lang="en-GB" baseline="0"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86</a:t>
            </a:fld>
            <a:endParaRPr lang="en-US" altLang="en-US"/>
          </a:p>
        </p:txBody>
      </p:sp>
    </p:spTree>
    <p:extLst>
      <p:ext uri="{BB962C8B-B14F-4D97-AF65-F5344CB8AC3E}">
        <p14:creationId xmlns:p14="http://schemas.microsoft.com/office/powerpoint/2010/main" val="7969190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3" name="Rectangle 4"/>
          <p:cNvSpPr>
            <a:spLocks noGrp="1" noChangeArrowheads="1"/>
          </p:cNvSpPr>
          <p:nvPr>
            <p:ph type="dt" sz="half" idx="10"/>
          </p:nvPr>
        </p:nvSpPr>
        <p:spPr>
          <a:xfrm>
            <a:off x="495141" y="6245225"/>
            <a:ext cx="2310659" cy="476250"/>
          </a:xfrm>
          <a:prstGeom prst="rect">
            <a:avLst/>
          </a:prstGeom>
          <a:ln/>
        </p:spPr>
        <p:txBody>
          <a:bodyPr/>
          <a:lstStyle>
            <a:lvl1pPr>
              <a:defRPr/>
            </a:lvl1pPr>
          </a:lstStyle>
          <a:p>
            <a:fld id="{2BDCDFE9-2964-4092-8C11-C1C9AF050EF4}" type="datetime1">
              <a:rPr lang="en-GB" smtClean="0"/>
              <a:pPr/>
              <a:t>14/08/2022</a:t>
            </a:fld>
            <a:endParaRPr lang="en-GB"/>
          </a:p>
        </p:txBody>
      </p:sp>
      <p:sp>
        <p:nvSpPr>
          <p:cNvPr id="27" name="Rectangle 5"/>
          <p:cNvSpPr>
            <a:spLocks noGrp="1" noChangeArrowheads="1"/>
          </p:cNvSpPr>
          <p:nvPr>
            <p:ph type="ftr" sz="quarter" idx="11"/>
          </p:nvPr>
        </p:nvSpPr>
        <p:spPr>
          <a:xfrm>
            <a:off x="3383465" y="6245225"/>
            <a:ext cx="3135895" cy="476250"/>
          </a:xfrm>
          <a:prstGeom prst="rect">
            <a:avLst/>
          </a:prstGeom>
          <a:ln/>
        </p:spPr>
        <p:txBody>
          <a:bodyPr/>
          <a:lstStyle>
            <a:lvl1pPr>
              <a:defRPr/>
            </a:lvl1pPr>
          </a:lstStyle>
          <a:p>
            <a:endParaRPr lang="en-GB" dirty="0"/>
          </a:p>
        </p:txBody>
      </p:sp>
      <p:sp>
        <p:nvSpPr>
          <p:cNvPr id="29" name="Rectangle 6"/>
          <p:cNvSpPr>
            <a:spLocks noGrp="1" noChangeArrowheads="1"/>
          </p:cNvSpPr>
          <p:nvPr>
            <p:ph type="sldNum" sz="quarter" idx="12"/>
          </p:nvPr>
        </p:nvSpPr>
        <p:spPr>
          <a:xfrm>
            <a:off x="7097025" y="6245225"/>
            <a:ext cx="2310659" cy="476250"/>
          </a:xfrm>
          <a:ln/>
        </p:spPr>
        <p:txBody>
          <a:bodyPr/>
          <a:lstStyle>
            <a:lvl1pPr>
              <a:defRPr/>
            </a:lvl1pPr>
          </a:lstStyle>
          <a:p>
            <a:fld id="{74FF495C-5D37-4C82-9628-B7BB55A560A1}" type="slidenum">
              <a:rPr lang="en-GB" smtClean="0"/>
              <a:pPr/>
              <a:t>‹#›</a:t>
            </a:fld>
            <a:endParaRPr lang="en-GB"/>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8/14/22</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1" name="Rectangle 20"/>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14/08/2022</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14/08/2022</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14/08/2022</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14/08/2022</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14/08/2022</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83.xml"/><Relationship Id="rId1" Type="http://schemas.openxmlformats.org/officeDocument/2006/relationships/slideLayout" Target="../slideLayouts/slideLayout3.xml"/><Relationship Id="rId4" Type="http://schemas.openxmlformats.org/officeDocument/2006/relationships/image" Target="../media/image6.emf"/></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13941"/>
            <a:ext cx="9525000" cy="594139"/>
          </a:xfrm>
        </p:spPr>
        <p:txBody>
          <a:bodyPr/>
          <a:lstStyle/>
          <a:p>
            <a:r>
              <a:rPr lang="en-GB" dirty="0" err="1"/>
              <a:t>Mergesort</a:t>
            </a:r>
            <a:endParaRPr lang="en-GB" dirty="0"/>
          </a:p>
        </p:txBody>
      </p:sp>
      <p:sp>
        <p:nvSpPr>
          <p:cNvPr id="7" name="Title 2"/>
          <p:cNvSpPr>
            <a:spLocks noGrp="1"/>
          </p:cNvSpPr>
          <p:nvPr>
            <p:ph type="ctrTitle"/>
          </p:nvPr>
        </p:nvSpPr>
        <p:spPr>
          <a:xfrm>
            <a:off x="174567" y="2438400"/>
            <a:ext cx="9501246" cy="1567163"/>
          </a:xfrm>
        </p:spPr>
        <p:txBody>
          <a:bodyPr/>
          <a:lstStyle/>
          <a:p>
            <a:r>
              <a:rPr lang="en-GB" sz="4000" dirty="0"/>
              <a:t>SC2001/CE2101/CZ2101: </a:t>
            </a:r>
            <a:br>
              <a:rPr lang="en-GB" sz="4000" dirty="0"/>
            </a:br>
            <a:r>
              <a:rPr lang="en-GB" sz="4000" dirty="0"/>
              <a:t>Algorithm Design and Analysis</a:t>
            </a:r>
          </a:p>
        </p:txBody>
      </p:sp>
      <p:sp>
        <p:nvSpPr>
          <p:cNvPr id="5" name="Text Placeholder 4">
            <a:extLst>
              <a:ext uri="{FF2B5EF4-FFF2-40B4-BE49-F238E27FC236}">
                <a16:creationId xmlns:a16="http://schemas.microsoft.com/office/drawing/2014/main" id="{F59DF27E-6995-A128-B214-C0F75D619E51}"/>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00000"/>
              </a:lnSpc>
              <a:buSzTx/>
            </a:pPr>
            <a:r>
              <a:rPr lang="en-SG" kern="0"/>
              <a:t>Instructor: Asst. Prof. LIN Shang-Wei</a:t>
            </a:r>
          </a:p>
        </p:txBody>
      </p:sp>
      <p:sp>
        <p:nvSpPr>
          <p:cNvPr id="6" name="TextBox 5">
            <a:extLst>
              <a:ext uri="{FF2B5EF4-FFF2-40B4-BE49-F238E27FC236}">
                <a16:creationId xmlns:a16="http://schemas.microsoft.com/office/drawing/2014/main" id="{174A0E9B-0F12-61FA-ADB2-ADF3B1F7FE01}"/>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a:xfrm>
            <a:off x="495141" y="1471612"/>
            <a:ext cx="8912543" cy="4657309"/>
          </a:xfrm>
        </p:spPr>
        <p:txBody>
          <a:bodyPr/>
          <a:lstStyle/>
          <a:p>
            <a:pPr marL="0" indent="0">
              <a:buNone/>
            </a:pPr>
            <a:r>
              <a:rPr lang="en-US" sz="2400" dirty="0"/>
              <a:t>At the end of this lecture, students should be able to:</a:t>
            </a:r>
          </a:p>
          <a:p>
            <a:pPr marL="0" indent="0">
              <a:buNone/>
            </a:pPr>
            <a:endParaRPr lang="en-US" sz="2400" dirty="0"/>
          </a:p>
          <a:p>
            <a:r>
              <a:rPr lang="en-US" sz="2400" dirty="0"/>
              <a:t>Explain the approach of </a:t>
            </a:r>
            <a:r>
              <a:rPr lang="en-US" sz="2400" b="1" dirty="0"/>
              <a:t>Divide and Conquer</a:t>
            </a:r>
          </a:p>
          <a:p>
            <a:endParaRPr lang="en-US" sz="2400" dirty="0"/>
          </a:p>
          <a:p>
            <a:r>
              <a:rPr lang="en-US" sz="2400" dirty="0"/>
              <a:t>Describe how </a:t>
            </a:r>
            <a:r>
              <a:rPr lang="en-US" sz="2400" dirty="0" err="1"/>
              <a:t>Mergesort</a:t>
            </a:r>
            <a:r>
              <a:rPr lang="en-US" sz="2400" dirty="0"/>
              <a:t> works by:</a:t>
            </a:r>
          </a:p>
          <a:p>
            <a:pPr lvl="1">
              <a:buFont typeface="Arial" panose="020B0604020202020204" pitchFamily="34" charset="0"/>
              <a:buChar char="•"/>
            </a:pPr>
            <a:r>
              <a:rPr lang="en-US" sz="2000" dirty="0"/>
              <a:t>Recalling the pseudo code</a:t>
            </a:r>
          </a:p>
          <a:p>
            <a:pPr lvl="1">
              <a:buFont typeface="Arial" panose="020B0604020202020204" pitchFamily="34" charset="0"/>
              <a:buChar char="•"/>
            </a:pPr>
            <a:r>
              <a:rPr lang="en-US" sz="2000" dirty="0"/>
              <a:t>Manually executing the algorithm on a toy input array</a:t>
            </a:r>
          </a:p>
          <a:p>
            <a:pPr lvl="1">
              <a:buFont typeface="Arial" panose="020B0604020202020204" pitchFamily="34" charset="0"/>
              <a:buChar char="•"/>
            </a:pPr>
            <a:endParaRPr lang="en-US" sz="2000" dirty="0"/>
          </a:p>
          <a:p>
            <a:r>
              <a:rPr lang="en-US" sz="2400" dirty="0" err="1"/>
              <a:t>Analyse</a:t>
            </a:r>
            <a:r>
              <a:rPr lang="en-US" sz="2400" dirty="0"/>
              <a:t> the </a:t>
            </a:r>
            <a:r>
              <a:rPr lang="en-US" sz="2400" b="1" dirty="0"/>
              <a:t>time complexity </a:t>
            </a:r>
            <a:r>
              <a:rPr lang="en-US" sz="2400" dirty="0"/>
              <a:t>of </a:t>
            </a:r>
            <a:r>
              <a:rPr lang="en-US" sz="2400" dirty="0" err="1"/>
              <a:t>Mergesort</a:t>
            </a:r>
            <a:r>
              <a:rPr lang="en-US" sz="2400" dirty="0"/>
              <a:t>, by using:</a:t>
            </a:r>
          </a:p>
          <a:p>
            <a:pPr lvl="1">
              <a:buFont typeface="Arial" panose="020B0604020202020204" pitchFamily="34" charset="0"/>
              <a:buChar char="•"/>
            </a:pPr>
            <a:r>
              <a:rPr lang="en-US" sz="2000" dirty="0"/>
              <a:t>Recurrence equation</a:t>
            </a:r>
          </a:p>
          <a:p>
            <a:pPr lvl="1">
              <a:buFont typeface="Arial" panose="020B0604020202020204" pitchFamily="34" charset="0"/>
              <a:buChar char="•"/>
            </a:pPr>
            <a:r>
              <a:rPr lang="en-US" sz="2000" dirty="0"/>
              <a:t>Recursion tree</a:t>
            </a:r>
          </a:p>
          <a:p>
            <a:pPr marL="0" indent="0">
              <a:buNone/>
            </a:pPr>
            <a:endParaRPr lang="en-US" sz="2400" dirty="0"/>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animEffect transition="in" filter="fade">
                                      <p:cBhvr>
                                        <p:cTn id="17" dur="500"/>
                                        <p:tgtEl>
                                          <p:spTgt spid="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6" end="6"/>
                                            </p:txEl>
                                          </p:spTgt>
                                        </p:tgtEl>
                                        <p:attrNameLst>
                                          <p:attrName>style.visibility</p:attrName>
                                        </p:attrNameLst>
                                      </p:cBhvr>
                                      <p:to>
                                        <p:strVal val="visible"/>
                                      </p:to>
                                    </p:set>
                                    <p:animEffect transition="in" filter="fade">
                                      <p:cBhvr>
                                        <p:cTn id="22" dur="500"/>
                                        <p:tgtEl>
                                          <p:spTgt spid="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animEffect transition="in" filter="fade">
                                      <p:cBhvr>
                                        <p:cTn id="27" dur="500"/>
                                        <p:tgtEl>
                                          <p:spTgt spid="5">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5">
                                            <p:txEl>
                                              <p:pRg st="9" end="9"/>
                                            </p:txEl>
                                          </p:spTgt>
                                        </p:tgtEl>
                                        <p:attrNameLst>
                                          <p:attrName>style.visibility</p:attrName>
                                        </p:attrNameLst>
                                      </p:cBhvr>
                                      <p:to>
                                        <p:strVal val="visible"/>
                                      </p:to>
                                    </p:set>
                                    <p:animEffect transition="in" filter="fade">
                                      <p:cBhvr>
                                        <p:cTn id="32" dur="500"/>
                                        <p:tgtEl>
                                          <p:spTgt spid="5">
                                            <p:txEl>
                                              <p:pRg st="9" end="9"/>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5">
                                            <p:txEl>
                                              <p:pRg st="10" end="10"/>
                                            </p:txEl>
                                          </p:spTgt>
                                        </p:tgtEl>
                                        <p:attrNameLst>
                                          <p:attrName>style.visibility</p:attrName>
                                        </p:attrNameLst>
                                      </p:cBhvr>
                                      <p:to>
                                        <p:strVal val="visible"/>
                                      </p:to>
                                    </p:set>
                                    <p:animEffect transition="in" filter="fade">
                                      <p:cBhvr>
                                        <p:cTn id="37" dur="500"/>
                                        <p:tgtEl>
                                          <p:spTgt spid="5">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err="1"/>
              <a:t>Mergesort</a:t>
            </a:r>
            <a:endParaRPr lang="en-GB" dirty="0"/>
          </a:p>
          <a:p>
            <a:r>
              <a:rPr lang="en-GB" dirty="0"/>
              <a:t>(Divide and Conquer Approach)</a:t>
            </a:r>
          </a:p>
        </p:txBody>
      </p:sp>
    </p:spTree>
    <p:extLst>
      <p:ext uri="{BB962C8B-B14F-4D97-AF65-F5344CB8AC3E}">
        <p14:creationId xmlns:p14="http://schemas.microsoft.com/office/powerpoint/2010/main" val="1613428373"/>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r>
              <a:rPr lang="en-GB" dirty="0"/>
              <a:t> in a nutshell</a:t>
            </a:r>
          </a:p>
        </p:txBody>
      </p:sp>
      <p:grpSp>
        <p:nvGrpSpPr>
          <p:cNvPr id="15" name="Group 14">
            <a:extLst>
              <a:ext uri="{FF2B5EF4-FFF2-40B4-BE49-F238E27FC236}">
                <a16:creationId xmlns:a16="http://schemas.microsoft.com/office/drawing/2014/main" id="{BE8B6CD5-A885-F811-BE48-2BA5A24D7F15}"/>
              </a:ext>
            </a:extLst>
          </p:cNvPr>
          <p:cNvGrpSpPr/>
          <p:nvPr/>
        </p:nvGrpSpPr>
        <p:grpSpPr>
          <a:xfrm>
            <a:off x="3494244" y="1522877"/>
            <a:ext cx="2891446" cy="381000"/>
            <a:chOff x="2970212" y="1761392"/>
            <a:chExt cx="2891446" cy="381000"/>
          </a:xfrm>
        </p:grpSpPr>
        <p:sp>
          <p:nvSpPr>
            <p:cNvPr id="6" name="Rounded Rectangle 5">
              <a:extLst>
                <a:ext uri="{FF2B5EF4-FFF2-40B4-BE49-F238E27FC236}">
                  <a16:creationId xmlns:a16="http://schemas.microsoft.com/office/drawing/2014/main" id="{6ED0BB77-0A1C-0D8A-A7D5-F844976A0588}"/>
                </a:ext>
              </a:extLst>
            </p:cNvPr>
            <p:cNvSpPr/>
            <p:nvPr/>
          </p:nvSpPr>
          <p:spPr>
            <a:xfrm>
              <a:off x="395080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7" name="Rounded Rectangle 6">
              <a:extLst>
                <a:ext uri="{FF2B5EF4-FFF2-40B4-BE49-F238E27FC236}">
                  <a16:creationId xmlns:a16="http://schemas.microsoft.com/office/drawing/2014/main" id="{74780A4E-020D-D7F2-B50A-8F844BDC2C99}"/>
                </a:ext>
              </a:extLst>
            </p:cNvPr>
            <p:cNvSpPr/>
            <p:nvPr/>
          </p:nvSpPr>
          <p:spPr>
            <a:xfrm>
              <a:off x="29702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8" name="Rounded Rectangle 7">
              <a:extLst>
                <a:ext uri="{FF2B5EF4-FFF2-40B4-BE49-F238E27FC236}">
                  <a16:creationId xmlns:a16="http://schemas.microsoft.com/office/drawing/2014/main" id="{A3B2A57F-9F26-14F6-80B8-BC6CE72D8DB2}"/>
                </a:ext>
              </a:extLst>
            </p:cNvPr>
            <p:cNvSpPr/>
            <p:nvPr/>
          </p:nvSpPr>
          <p:spPr>
            <a:xfrm>
              <a:off x="34655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12" name="Rounded Rectangle 11">
              <a:extLst>
                <a:ext uri="{FF2B5EF4-FFF2-40B4-BE49-F238E27FC236}">
                  <a16:creationId xmlns:a16="http://schemas.microsoft.com/office/drawing/2014/main" id="{D0E073C7-C80A-10D5-052F-3C192D374AF1}"/>
                </a:ext>
              </a:extLst>
            </p:cNvPr>
            <p:cNvSpPr/>
            <p:nvPr/>
          </p:nvSpPr>
          <p:spPr>
            <a:xfrm>
              <a:off x="541107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13" name="Rounded Rectangle 12">
              <a:extLst>
                <a:ext uri="{FF2B5EF4-FFF2-40B4-BE49-F238E27FC236}">
                  <a16:creationId xmlns:a16="http://schemas.microsoft.com/office/drawing/2014/main" id="{A1DC1EED-88CA-279D-927C-4C9C4421C511}"/>
                </a:ext>
              </a:extLst>
            </p:cNvPr>
            <p:cNvSpPr/>
            <p:nvPr/>
          </p:nvSpPr>
          <p:spPr>
            <a:xfrm>
              <a:off x="443756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14" name="Rounded Rectangle 13">
              <a:extLst>
                <a:ext uri="{FF2B5EF4-FFF2-40B4-BE49-F238E27FC236}">
                  <a16:creationId xmlns:a16="http://schemas.microsoft.com/office/drawing/2014/main" id="{6CC3E84D-1266-DC30-A6FF-8536CC5A9C01}"/>
                </a:ext>
              </a:extLst>
            </p:cNvPr>
            <p:cNvSpPr/>
            <p:nvPr/>
          </p:nvSpPr>
          <p:spPr>
            <a:xfrm>
              <a:off x="492431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51" name="Group 50">
            <a:extLst>
              <a:ext uri="{FF2B5EF4-FFF2-40B4-BE49-F238E27FC236}">
                <a16:creationId xmlns:a16="http://schemas.microsoft.com/office/drawing/2014/main" id="{524C4CC7-3111-260C-21D5-C1DC8EC13577}"/>
              </a:ext>
            </a:extLst>
          </p:cNvPr>
          <p:cNvGrpSpPr/>
          <p:nvPr/>
        </p:nvGrpSpPr>
        <p:grpSpPr>
          <a:xfrm>
            <a:off x="3494244" y="5938422"/>
            <a:ext cx="2891446" cy="381000"/>
            <a:chOff x="2970212" y="1761392"/>
            <a:chExt cx="2891446" cy="381000"/>
          </a:xfrm>
          <a:solidFill>
            <a:srgbClr val="76D6FF"/>
          </a:solidFill>
        </p:grpSpPr>
        <p:sp>
          <p:nvSpPr>
            <p:cNvPr id="52" name="Rounded Rectangle 51">
              <a:extLst>
                <a:ext uri="{FF2B5EF4-FFF2-40B4-BE49-F238E27FC236}">
                  <a16:creationId xmlns:a16="http://schemas.microsoft.com/office/drawing/2014/main" id="{A8B4E2AA-2486-116D-CFBA-B15DD2286C3E}"/>
                </a:ext>
              </a:extLst>
            </p:cNvPr>
            <p:cNvSpPr/>
            <p:nvPr/>
          </p:nvSpPr>
          <p:spPr>
            <a:xfrm>
              <a:off x="395080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53" name="Rounded Rectangle 52">
              <a:extLst>
                <a:ext uri="{FF2B5EF4-FFF2-40B4-BE49-F238E27FC236}">
                  <a16:creationId xmlns:a16="http://schemas.microsoft.com/office/drawing/2014/main" id="{4EC9105A-0FB7-8821-2EE9-929B9FA2CF40}"/>
                </a:ext>
              </a:extLst>
            </p:cNvPr>
            <p:cNvSpPr/>
            <p:nvPr/>
          </p:nvSpPr>
          <p:spPr>
            <a:xfrm>
              <a:off x="29702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4" name="Rounded Rectangle 53">
              <a:extLst>
                <a:ext uri="{FF2B5EF4-FFF2-40B4-BE49-F238E27FC236}">
                  <a16:creationId xmlns:a16="http://schemas.microsoft.com/office/drawing/2014/main" id="{293319F8-2F37-B61D-E1AC-FC3881DA96D8}"/>
                </a:ext>
              </a:extLst>
            </p:cNvPr>
            <p:cNvSpPr/>
            <p:nvPr/>
          </p:nvSpPr>
          <p:spPr>
            <a:xfrm>
              <a:off x="34655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55" name="Rounded Rectangle 54">
              <a:extLst>
                <a:ext uri="{FF2B5EF4-FFF2-40B4-BE49-F238E27FC236}">
                  <a16:creationId xmlns:a16="http://schemas.microsoft.com/office/drawing/2014/main" id="{D190BDE2-3066-890D-0917-226914AABFD9}"/>
                </a:ext>
              </a:extLst>
            </p:cNvPr>
            <p:cNvSpPr/>
            <p:nvPr/>
          </p:nvSpPr>
          <p:spPr>
            <a:xfrm>
              <a:off x="541107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56" name="Rounded Rectangle 55">
              <a:extLst>
                <a:ext uri="{FF2B5EF4-FFF2-40B4-BE49-F238E27FC236}">
                  <a16:creationId xmlns:a16="http://schemas.microsoft.com/office/drawing/2014/main" id="{47F33114-4A54-6AA5-FA13-9E6DE0BC508D}"/>
                </a:ext>
              </a:extLst>
            </p:cNvPr>
            <p:cNvSpPr/>
            <p:nvPr/>
          </p:nvSpPr>
          <p:spPr>
            <a:xfrm>
              <a:off x="443756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57" name="Rounded Rectangle 56">
              <a:extLst>
                <a:ext uri="{FF2B5EF4-FFF2-40B4-BE49-F238E27FC236}">
                  <a16:creationId xmlns:a16="http://schemas.microsoft.com/office/drawing/2014/main" id="{D5640CC8-DD80-F635-3C5E-960E951C783E}"/>
                </a:ext>
              </a:extLst>
            </p:cNvPr>
            <p:cNvSpPr/>
            <p:nvPr/>
          </p:nvSpPr>
          <p:spPr>
            <a:xfrm>
              <a:off x="492431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7" name="Group 29726">
            <a:extLst>
              <a:ext uri="{FF2B5EF4-FFF2-40B4-BE49-F238E27FC236}">
                <a16:creationId xmlns:a16="http://schemas.microsoft.com/office/drawing/2014/main" id="{7D84E26D-787D-37C9-25A7-030EE51D04FB}"/>
              </a:ext>
            </a:extLst>
          </p:cNvPr>
          <p:cNvGrpSpPr/>
          <p:nvPr/>
        </p:nvGrpSpPr>
        <p:grpSpPr>
          <a:xfrm>
            <a:off x="1538408" y="2027052"/>
            <a:ext cx="6579447" cy="702862"/>
            <a:chOff x="1538408" y="2027052"/>
            <a:chExt cx="6579447" cy="702862"/>
          </a:xfrm>
        </p:grpSpPr>
        <p:grpSp>
          <p:nvGrpSpPr>
            <p:cNvPr id="23" name="Group 22">
              <a:extLst>
                <a:ext uri="{FF2B5EF4-FFF2-40B4-BE49-F238E27FC236}">
                  <a16:creationId xmlns:a16="http://schemas.microsoft.com/office/drawing/2014/main" id="{63EBD386-A3C6-47AD-C489-7974335B7D5C}"/>
                </a:ext>
              </a:extLst>
            </p:cNvPr>
            <p:cNvGrpSpPr/>
            <p:nvPr/>
          </p:nvGrpSpPr>
          <p:grpSpPr>
            <a:xfrm>
              <a:off x="1538408" y="2348914"/>
              <a:ext cx="1431181" cy="381000"/>
              <a:chOff x="3108070" y="2362884"/>
              <a:chExt cx="1431181" cy="381000"/>
            </a:xfrm>
          </p:grpSpPr>
          <p:sp>
            <p:nvSpPr>
              <p:cNvPr id="17" name="Rounded Rectangle 16">
                <a:extLst>
                  <a:ext uri="{FF2B5EF4-FFF2-40B4-BE49-F238E27FC236}">
                    <a16:creationId xmlns:a16="http://schemas.microsoft.com/office/drawing/2014/main" id="{248DE2BA-433A-FA75-AC28-9BD5815A23DC}"/>
                  </a:ext>
                </a:extLst>
              </p:cNvPr>
              <p:cNvSpPr/>
              <p:nvPr/>
            </p:nvSpPr>
            <p:spPr>
              <a:xfrm>
                <a:off x="408866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18" name="Rounded Rectangle 17">
                <a:extLst>
                  <a:ext uri="{FF2B5EF4-FFF2-40B4-BE49-F238E27FC236}">
                    <a16:creationId xmlns:a16="http://schemas.microsoft.com/office/drawing/2014/main" id="{4F5FC7F2-FA56-D206-F83F-48F81CECCBC0}"/>
                  </a:ext>
                </a:extLst>
              </p:cNvPr>
              <p:cNvSpPr/>
              <p:nvPr/>
            </p:nvSpPr>
            <p:spPr>
              <a:xfrm>
                <a:off x="31080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19" name="Rounded Rectangle 18">
                <a:extLst>
                  <a:ext uri="{FF2B5EF4-FFF2-40B4-BE49-F238E27FC236}">
                    <a16:creationId xmlns:a16="http://schemas.microsoft.com/office/drawing/2014/main" id="{6A437910-765A-3382-1FD1-E6CA24BAF742}"/>
                  </a:ext>
                </a:extLst>
              </p:cNvPr>
              <p:cNvSpPr/>
              <p:nvPr/>
            </p:nvSpPr>
            <p:spPr>
              <a:xfrm>
                <a:off x="36033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grpSp>
          <p:nvGrpSpPr>
            <p:cNvPr id="24" name="Group 23">
              <a:extLst>
                <a:ext uri="{FF2B5EF4-FFF2-40B4-BE49-F238E27FC236}">
                  <a16:creationId xmlns:a16="http://schemas.microsoft.com/office/drawing/2014/main" id="{329FB58E-67CC-CE9E-3BDA-2DF9AB561D69}"/>
                </a:ext>
              </a:extLst>
            </p:cNvPr>
            <p:cNvGrpSpPr/>
            <p:nvPr/>
          </p:nvGrpSpPr>
          <p:grpSpPr>
            <a:xfrm>
              <a:off x="6693760" y="2348914"/>
              <a:ext cx="1424095" cy="381000"/>
              <a:chOff x="4575421" y="2362884"/>
              <a:chExt cx="1424095" cy="381000"/>
            </a:xfrm>
          </p:grpSpPr>
          <p:sp>
            <p:nvSpPr>
              <p:cNvPr id="20" name="Rounded Rectangle 19">
                <a:extLst>
                  <a:ext uri="{FF2B5EF4-FFF2-40B4-BE49-F238E27FC236}">
                    <a16:creationId xmlns:a16="http://schemas.microsoft.com/office/drawing/2014/main" id="{3AAB9410-B28E-6423-3FCB-74DDC400612F}"/>
                  </a:ext>
                </a:extLst>
              </p:cNvPr>
              <p:cNvSpPr/>
              <p:nvPr/>
            </p:nvSpPr>
            <p:spPr>
              <a:xfrm>
                <a:off x="554893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21" name="Rounded Rectangle 20">
                <a:extLst>
                  <a:ext uri="{FF2B5EF4-FFF2-40B4-BE49-F238E27FC236}">
                    <a16:creationId xmlns:a16="http://schemas.microsoft.com/office/drawing/2014/main" id="{C9300950-7DF0-BD71-1632-99ED089A7376}"/>
                  </a:ext>
                </a:extLst>
              </p:cNvPr>
              <p:cNvSpPr/>
              <p:nvPr/>
            </p:nvSpPr>
            <p:spPr>
              <a:xfrm>
                <a:off x="457542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22" name="Rounded Rectangle 21">
                <a:extLst>
                  <a:ext uri="{FF2B5EF4-FFF2-40B4-BE49-F238E27FC236}">
                    <a16:creationId xmlns:a16="http://schemas.microsoft.com/office/drawing/2014/main" id="{AA5275D5-53A6-2D79-2A7B-504528192E12}"/>
                  </a:ext>
                </a:extLst>
              </p:cNvPr>
              <p:cNvSpPr/>
              <p:nvPr/>
            </p:nvSpPr>
            <p:spPr>
              <a:xfrm>
                <a:off x="506217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6" name="Group 29725">
              <a:extLst>
                <a:ext uri="{FF2B5EF4-FFF2-40B4-BE49-F238E27FC236}">
                  <a16:creationId xmlns:a16="http://schemas.microsoft.com/office/drawing/2014/main" id="{5666AB1A-448F-B954-F0C8-F4826D82790B}"/>
                </a:ext>
              </a:extLst>
            </p:cNvPr>
            <p:cNvGrpSpPr/>
            <p:nvPr/>
          </p:nvGrpSpPr>
          <p:grpSpPr>
            <a:xfrm>
              <a:off x="3126429" y="2027052"/>
              <a:ext cx="3492890" cy="425301"/>
              <a:chOff x="3126429" y="2027052"/>
              <a:chExt cx="3492890" cy="425301"/>
            </a:xfrm>
          </p:grpSpPr>
          <p:cxnSp>
            <p:nvCxnSpPr>
              <p:cNvPr id="59" name="Straight Arrow Connector 58">
                <a:extLst>
                  <a:ext uri="{FF2B5EF4-FFF2-40B4-BE49-F238E27FC236}">
                    <a16:creationId xmlns:a16="http://schemas.microsoft.com/office/drawing/2014/main" id="{5C02642B-BF79-2A66-BAAA-5EA789B10783}"/>
                  </a:ext>
                </a:extLst>
              </p:cNvPr>
              <p:cNvCxnSpPr>
                <a:cxnSpLocks/>
              </p:cNvCxnSpPr>
              <p:nvPr/>
            </p:nvCxnSpPr>
            <p:spPr>
              <a:xfrm flipH="1">
                <a:off x="3126429" y="2027052"/>
                <a:ext cx="1088407" cy="336394"/>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00" name="Straight Arrow Connector 29699">
                <a:extLst>
                  <a:ext uri="{FF2B5EF4-FFF2-40B4-BE49-F238E27FC236}">
                    <a16:creationId xmlns:a16="http://schemas.microsoft.com/office/drawing/2014/main" id="{BCBCD8DF-D728-C9E9-B758-516F95A068E5}"/>
                  </a:ext>
                </a:extLst>
              </p:cNvPr>
              <p:cNvCxnSpPr>
                <a:cxnSpLocks/>
              </p:cNvCxnSpPr>
              <p:nvPr/>
            </p:nvCxnSpPr>
            <p:spPr>
              <a:xfrm>
                <a:off x="5657711" y="2027052"/>
                <a:ext cx="961608" cy="381837"/>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03" name="TextBox 29702">
                <a:extLst>
                  <a:ext uri="{FF2B5EF4-FFF2-40B4-BE49-F238E27FC236}">
                    <a16:creationId xmlns:a16="http://schemas.microsoft.com/office/drawing/2014/main" id="{14BBB3D9-F4A8-F41B-9C2C-B0AD2C131083}"/>
                  </a:ext>
                </a:extLst>
              </p:cNvPr>
              <p:cNvSpPr txBox="1"/>
              <p:nvPr/>
            </p:nvSpPr>
            <p:spPr>
              <a:xfrm>
                <a:off x="4512547" y="2091741"/>
                <a:ext cx="607859" cy="360612"/>
              </a:xfrm>
              <a:prstGeom prst="rect">
                <a:avLst/>
              </a:prstGeom>
              <a:noFill/>
              <a:ln>
                <a:noFill/>
              </a:ln>
            </p:spPr>
            <p:txBody>
              <a:bodyPr wrap="none" rtlCol="0">
                <a:spAutoFit/>
              </a:bodyPr>
              <a:lstStyle/>
              <a:p>
                <a:r>
                  <a:rPr lang="en-US" dirty="0">
                    <a:solidFill>
                      <a:srgbClr val="7030A0"/>
                    </a:solidFill>
                  </a:rPr>
                  <a:t>split</a:t>
                </a:r>
              </a:p>
            </p:txBody>
          </p:sp>
        </p:grpSp>
      </p:grpSp>
      <p:grpSp>
        <p:nvGrpSpPr>
          <p:cNvPr id="29730" name="Group 29729">
            <a:extLst>
              <a:ext uri="{FF2B5EF4-FFF2-40B4-BE49-F238E27FC236}">
                <a16:creationId xmlns:a16="http://schemas.microsoft.com/office/drawing/2014/main" id="{D044035D-E066-A6D1-1AB1-900C9CE37A88}"/>
              </a:ext>
            </a:extLst>
          </p:cNvPr>
          <p:cNvGrpSpPr/>
          <p:nvPr/>
        </p:nvGrpSpPr>
        <p:grpSpPr>
          <a:xfrm>
            <a:off x="810155" y="2867737"/>
            <a:ext cx="2766859" cy="821664"/>
            <a:chOff x="810155" y="2867737"/>
            <a:chExt cx="2766859" cy="821664"/>
          </a:xfrm>
        </p:grpSpPr>
        <p:sp>
          <p:nvSpPr>
            <p:cNvPr id="26" name="Rounded Rectangle 25">
              <a:extLst>
                <a:ext uri="{FF2B5EF4-FFF2-40B4-BE49-F238E27FC236}">
                  <a16:creationId xmlns:a16="http://schemas.microsoft.com/office/drawing/2014/main" id="{17C2F42E-6C91-6C3D-86F4-01C7120D7821}"/>
                </a:ext>
              </a:extLst>
            </p:cNvPr>
            <p:cNvSpPr/>
            <p:nvPr/>
          </p:nvSpPr>
          <p:spPr>
            <a:xfrm>
              <a:off x="3126429" y="3308401"/>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nvGrpSpPr>
            <p:cNvPr id="29" name="Group 28">
              <a:extLst>
                <a:ext uri="{FF2B5EF4-FFF2-40B4-BE49-F238E27FC236}">
                  <a16:creationId xmlns:a16="http://schemas.microsoft.com/office/drawing/2014/main" id="{BD5AF455-5254-6A8A-75AE-C5E9F3624BBB}"/>
                </a:ext>
              </a:extLst>
            </p:cNvPr>
            <p:cNvGrpSpPr/>
            <p:nvPr/>
          </p:nvGrpSpPr>
          <p:grpSpPr>
            <a:xfrm>
              <a:off x="810155" y="3308401"/>
              <a:ext cx="945885" cy="381000"/>
              <a:chOff x="1363608" y="3557956"/>
              <a:chExt cx="945885" cy="381000"/>
            </a:xfrm>
          </p:grpSpPr>
          <p:sp>
            <p:nvSpPr>
              <p:cNvPr id="27" name="Rounded Rectangle 26">
                <a:extLst>
                  <a:ext uri="{FF2B5EF4-FFF2-40B4-BE49-F238E27FC236}">
                    <a16:creationId xmlns:a16="http://schemas.microsoft.com/office/drawing/2014/main" id="{8415A095-42D2-427B-EDAB-8CFE33AB0391}"/>
                  </a:ext>
                </a:extLst>
              </p:cNvPr>
              <p:cNvSpPr/>
              <p:nvPr/>
            </p:nvSpPr>
            <p:spPr>
              <a:xfrm>
                <a:off x="13636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28" name="Rounded Rectangle 27">
                <a:extLst>
                  <a:ext uri="{FF2B5EF4-FFF2-40B4-BE49-F238E27FC236}">
                    <a16:creationId xmlns:a16="http://schemas.microsoft.com/office/drawing/2014/main" id="{3408EC47-8878-F878-1606-7F4611A247D1}"/>
                  </a:ext>
                </a:extLst>
              </p:cNvPr>
              <p:cNvSpPr/>
              <p:nvPr/>
            </p:nvSpPr>
            <p:spPr>
              <a:xfrm>
                <a:off x="18589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grpSp>
          <p:nvGrpSpPr>
            <p:cNvPr id="29728" name="Group 29727">
              <a:extLst>
                <a:ext uri="{FF2B5EF4-FFF2-40B4-BE49-F238E27FC236}">
                  <a16:creationId xmlns:a16="http://schemas.microsoft.com/office/drawing/2014/main" id="{CD60754E-261B-F071-73D5-BD8F07495C90}"/>
                </a:ext>
              </a:extLst>
            </p:cNvPr>
            <p:cNvGrpSpPr/>
            <p:nvPr/>
          </p:nvGrpSpPr>
          <p:grpSpPr>
            <a:xfrm>
              <a:off x="1260740" y="2867737"/>
              <a:ext cx="2011032" cy="389355"/>
              <a:chOff x="1260740" y="2867737"/>
              <a:chExt cx="2011032" cy="389355"/>
            </a:xfrm>
          </p:grpSpPr>
          <p:cxnSp>
            <p:nvCxnSpPr>
              <p:cNvPr id="29704" name="Straight Arrow Connector 29703">
                <a:extLst>
                  <a:ext uri="{FF2B5EF4-FFF2-40B4-BE49-F238E27FC236}">
                    <a16:creationId xmlns:a16="http://schemas.microsoft.com/office/drawing/2014/main" id="{22DEA16E-9E05-4665-34E9-3520B2EA0D9D}"/>
                  </a:ext>
                </a:extLst>
              </p:cNvPr>
              <p:cNvCxnSpPr>
                <a:cxnSpLocks/>
              </p:cNvCxnSpPr>
              <p:nvPr/>
            </p:nvCxnSpPr>
            <p:spPr>
              <a:xfrm flipH="1">
                <a:off x="1260740" y="2867737"/>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05" name="Straight Arrow Connector 29704">
                <a:extLst>
                  <a:ext uri="{FF2B5EF4-FFF2-40B4-BE49-F238E27FC236}">
                    <a16:creationId xmlns:a16="http://schemas.microsoft.com/office/drawing/2014/main" id="{FF6AD74C-D295-2BD4-07A5-4CB39F4B79CF}"/>
                  </a:ext>
                </a:extLst>
              </p:cNvPr>
              <p:cNvCxnSpPr>
                <a:cxnSpLocks/>
              </p:cNvCxnSpPr>
              <p:nvPr/>
            </p:nvCxnSpPr>
            <p:spPr>
              <a:xfrm>
                <a:off x="2615406" y="2867737"/>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06" name="TextBox 29705">
                <a:extLst>
                  <a:ext uri="{FF2B5EF4-FFF2-40B4-BE49-F238E27FC236}">
                    <a16:creationId xmlns:a16="http://schemas.microsoft.com/office/drawing/2014/main" id="{652A019B-321E-5DA4-EB70-402D818320D4}"/>
                  </a:ext>
                </a:extLst>
              </p:cNvPr>
              <p:cNvSpPr txBox="1"/>
              <p:nvPr/>
            </p:nvSpPr>
            <p:spPr>
              <a:xfrm>
                <a:off x="2007547" y="2896480"/>
                <a:ext cx="607859" cy="360612"/>
              </a:xfrm>
              <a:prstGeom prst="rect">
                <a:avLst/>
              </a:prstGeom>
              <a:noFill/>
            </p:spPr>
            <p:txBody>
              <a:bodyPr wrap="none" rtlCol="0">
                <a:spAutoFit/>
              </a:bodyPr>
              <a:lstStyle/>
              <a:p>
                <a:r>
                  <a:rPr lang="en-US" dirty="0">
                    <a:solidFill>
                      <a:srgbClr val="7030A0"/>
                    </a:solidFill>
                  </a:rPr>
                  <a:t>split</a:t>
                </a:r>
              </a:p>
            </p:txBody>
          </p:sp>
        </p:grpSp>
      </p:grpSp>
      <p:grpSp>
        <p:nvGrpSpPr>
          <p:cNvPr id="29731" name="Group 29730">
            <a:extLst>
              <a:ext uri="{FF2B5EF4-FFF2-40B4-BE49-F238E27FC236}">
                <a16:creationId xmlns:a16="http://schemas.microsoft.com/office/drawing/2014/main" id="{51773149-79E7-5A30-D169-3BE70284CB9A}"/>
              </a:ext>
            </a:extLst>
          </p:cNvPr>
          <p:cNvGrpSpPr/>
          <p:nvPr/>
        </p:nvGrpSpPr>
        <p:grpSpPr>
          <a:xfrm>
            <a:off x="5681979" y="2838994"/>
            <a:ext cx="3157355" cy="796284"/>
            <a:chOff x="5681979" y="2838994"/>
            <a:chExt cx="3157355" cy="796284"/>
          </a:xfrm>
        </p:grpSpPr>
        <p:sp>
          <p:nvSpPr>
            <p:cNvPr id="31" name="Rounded Rectangle 30">
              <a:extLst>
                <a:ext uri="{FF2B5EF4-FFF2-40B4-BE49-F238E27FC236}">
                  <a16:creationId xmlns:a16="http://schemas.microsoft.com/office/drawing/2014/main" id="{2AA51CC7-2249-DDE1-1589-66F837E9B03B}"/>
                </a:ext>
              </a:extLst>
            </p:cNvPr>
            <p:cNvSpPr/>
            <p:nvPr/>
          </p:nvSpPr>
          <p:spPr>
            <a:xfrm>
              <a:off x="8388749" y="3254278"/>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grpSp>
          <p:nvGrpSpPr>
            <p:cNvPr id="34" name="Group 33">
              <a:extLst>
                <a:ext uri="{FF2B5EF4-FFF2-40B4-BE49-F238E27FC236}">
                  <a16:creationId xmlns:a16="http://schemas.microsoft.com/office/drawing/2014/main" id="{E4E93D97-1DAC-C5A3-7E2A-9839BCFC1C5B}"/>
                </a:ext>
              </a:extLst>
            </p:cNvPr>
            <p:cNvGrpSpPr/>
            <p:nvPr/>
          </p:nvGrpSpPr>
          <p:grpSpPr>
            <a:xfrm>
              <a:off x="5681979" y="3254278"/>
              <a:ext cx="937340" cy="381000"/>
              <a:chOff x="5527303" y="3513309"/>
              <a:chExt cx="937340" cy="381000"/>
            </a:xfrm>
          </p:grpSpPr>
          <p:sp>
            <p:nvSpPr>
              <p:cNvPr id="32" name="Rounded Rectangle 31">
                <a:extLst>
                  <a:ext uri="{FF2B5EF4-FFF2-40B4-BE49-F238E27FC236}">
                    <a16:creationId xmlns:a16="http://schemas.microsoft.com/office/drawing/2014/main" id="{7D65CF9F-B001-BF0A-74F9-4A15D048E0A3}"/>
                  </a:ext>
                </a:extLst>
              </p:cNvPr>
              <p:cNvSpPr/>
              <p:nvPr/>
            </p:nvSpPr>
            <p:spPr>
              <a:xfrm>
                <a:off x="5527303"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33" name="Rounded Rectangle 32">
                <a:extLst>
                  <a:ext uri="{FF2B5EF4-FFF2-40B4-BE49-F238E27FC236}">
                    <a16:creationId xmlns:a16="http://schemas.microsoft.com/office/drawing/2014/main" id="{E1A9A125-A825-C00D-4A64-BADA3C77F711}"/>
                  </a:ext>
                </a:extLst>
              </p:cNvPr>
              <p:cNvSpPr/>
              <p:nvPr/>
            </p:nvSpPr>
            <p:spPr>
              <a:xfrm>
                <a:off x="6014058"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29" name="Group 29728">
              <a:extLst>
                <a:ext uri="{FF2B5EF4-FFF2-40B4-BE49-F238E27FC236}">
                  <a16:creationId xmlns:a16="http://schemas.microsoft.com/office/drawing/2014/main" id="{CB320E59-7B04-70D0-867B-42D940F35CC3}"/>
                </a:ext>
              </a:extLst>
            </p:cNvPr>
            <p:cNvGrpSpPr/>
            <p:nvPr/>
          </p:nvGrpSpPr>
          <p:grpSpPr>
            <a:xfrm>
              <a:off x="6312604" y="2838994"/>
              <a:ext cx="2011032" cy="389355"/>
              <a:chOff x="6312604" y="2838994"/>
              <a:chExt cx="2011032" cy="389355"/>
            </a:xfrm>
          </p:grpSpPr>
          <p:cxnSp>
            <p:nvCxnSpPr>
              <p:cNvPr id="29710" name="Straight Arrow Connector 29709">
                <a:extLst>
                  <a:ext uri="{FF2B5EF4-FFF2-40B4-BE49-F238E27FC236}">
                    <a16:creationId xmlns:a16="http://schemas.microsoft.com/office/drawing/2014/main" id="{F2938C86-DFEB-1FC0-4A17-ACD0CBD89EC7}"/>
                  </a:ext>
                </a:extLst>
              </p:cNvPr>
              <p:cNvCxnSpPr>
                <a:cxnSpLocks/>
              </p:cNvCxnSpPr>
              <p:nvPr/>
            </p:nvCxnSpPr>
            <p:spPr>
              <a:xfrm flipH="1">
                <a:off x="6312604" y="2838994"/>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cxnSp>
            <p:nvCxnSpPr>
              <p:cNvPr id="29711" name="Straight Arrow Connector 29710">
                <a:extLst>
                  <a:ext uri="{FF2B5EF4-FFF2-40B4-BE49-F238E27FC236}">
                    <a16:creationId xmlns:a16="http://schemas.microsoft.com/office/drawing/2014/main" id="{BDD7FF28-5A9D-71BB-5844-15B4F424D810}"/>
                  </a:ext>
                </a:extLst>
              </p:cNvPr>
              <p:cNvCxnSpPr>
                <a:cxnSpLocks/>
              </p:cNvCxnSpPr>
              <p:nvPr/>
            </p:nvCxnSpPr>
            <p:spPr>
              <a:xfrm>
                <a:off x="7667270" y="2838994"/>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29712" name="TextBox 29711">
                <a:extLst>
                  <a:ext uri="{FF2B5EF4-FFF2-40B4-BE49-F238E27FC236}">
                    <a16:creationId xmlns:a16="http://schemas.microsoft.com/office/drawing/2014/main" id="{CC0B66EE-5773-86E9-0033-AFE5D40DC307}"/>
                  </a:ext>
                </a:extLst>
              </p:cNvPr>
              <p:cNvSpPr txBox="1"/>
              <p:nvPr/>
            </p:nvSpPr>
            <p:spPr>
              <a:xfrm>
                <a:off x="7059411" y="2867737"/>
                <a:ext cx="607859" cy="360612"/>
              </a:xfrm>
              <a:prstGeom prst="rect">
                <a:avLst/>
              </a:prstGeom>
              <a:noFill/>
            </p:spPr>
            <p:txBody>
              <a:bodyPr wrap="none" rtlCol="0">
                <a:spAutoFit/>
              </a:bodyPr>
              <a:lstStyle/>
              <a:p>
                <a:r>
                  <a:rPr lang="en-US" dirty="0">
                    <a:solidFill>
                      <a:srgbClr val="7030A0"/>
                    </a:solidFill>
                  </a:rPr>
                  <a:t>split</a:t>
                </a:r>
              </a:p>
            </p:txBody>
          </p:sp>
        </p:grpSp>
      </p:grpSp>
      <p:grpSp>
        <p:nvGrpSpPr>
          <p:cNvPr id="29752" name="Group 29751">
            <a:extLst>
              <a:ext uri="{FF2B5EF4-FFF2-40B4-BE49-F238E27FC236}">
                <a16:creationId xmlns:a16="http://schemas.microsoft.com/office/drawing/2014/main" id="{8D962527-AD53-A266-E302-EC72565C5773}"/>
              </a:ext>
            </a:extLst>
          </p:cNvPr>
          <p:cNvGrpSpPr/>
          <p:nvPr/>
        </p:nvGrpSpPr>
        <p:grpSpPr>
          <a:xfrm>
            <a:off x="1538408" y="4697124"/>
            <a:ext cx="1813313" cy="978359"/>
            <a:chOff x="1538408" y="4697124"/>
            <a:chExt cx="1813313" cy="978359"/>
          </a:xfrm>
        </p:grpSpPr>
        <p:grpSp>
          <p:nvGrpSpPr>
            <p:cNvPr id="43" name="Group 42">
              <a:extLst>
                <a:ext uri="{FF2B5EF4-FFF2-40B4-BE49-F238E27FC236}">
                  <a16:creationId xmlns:a16="http://schemas.microsoft.com/office/drawing/2014/main" id="{92EB3443-632D-FB12-52A2-0DD0AEA95375}"/>
                </a:ext>
              </a:extLst>
            </p:cNvPr>
            <p:cNvGrpSpPr/>
            <p:nvPr/>
          </p:nvGrpSpPr>
          <p:grpSpPr>
            <a:xfrm>
              <a:off x="1538408" y="5294483"/>
              <a:ext cx="1431181" cy="381000"/>
              <a:chOff x="3108070" y="2362884"/>
              <a:chExt cx="1431181" cy="381000"/>
            </a:xfrm>
            <a:solidFill>
              <a:srgbClr val="76D6FF"/>
            </a:solidFill>
          </p:grpSpPr>
          <p:sp>
            <p:nvSpPr>
              <p:cNvPr id="44" name="Rounded Rectangle 43">
                <a:extLst>
                  <a:ext uri="{FF2B5EF4-FFF2-40B4-BE49-F238E27FC236}">
                    <a16:creationId xmlns:a16="http://schemas.microsoft.com/office/drawing/2014/main" id="{E36D27AD-274D-214F-8D24-2B7C58F1EB6E}"/>
                  </a:ext>
                </a:extLst>
              </p:cNvPr>
              <p:cNvSpPr/>
              <p:nvPr/>
            </p:nvSpPr>
            <p:spPr>
              <a:xfrm>
                <a:off x="408866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45" name="Rounded Rectangle 44">
                <a:extLst>
                  <a:ext uri="{FF2B5EF4-FFF2-40B4-BE49-F238E27FC236}">
                    <a16:creationId xmlns:a16="http://schemas.microsoft.com/office/drawing/2014/main" id="{B974122B-599D-4174-F2EE-48559370EC9B}"/>
                  </a:ext>
                </a:extLst>
              </p:cNvPr>
              <p:cNvSpPr/>
              <p:nvPr/>
            </p:nvSpPr>
            <p:spPr>
              <a:xfrm>
                <a:off x="31080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46" name="Rounded Rectangle 45">
                <a:extLst>
                  <a:ext uri="{FF2B5EF4-FFF2-40B4-BE49-F238E27FC236}">
                    <a16:creationId xmlns:a16="http://schemas.microsoft.com/office/drawing/2014/main" id="{A261C8FA-5C6B-7104-2563-C087B050DAEB}"/>
                  </a:ext>
                </a:extLst>
              </p:cNvPr>
              <p:cNvSpPr/>
              <p:nvPr/>
            </p:nvSpPr>
            <p:spPr>
              <a:xfrm>
                <a:off x="36033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grpSp>
          <p:nvGrpSpPr>
            <p:cNvPr id="29732" name="Group 29731">
              <a:extLst>
                <a:ext uri="{FF2B5EF4-FFF2-40B4-BE49-F238E27FC236}">
                  <a16:creationId xmlns:a16="http://schemas.microsoft.com/office/drawing/2014/main" id="{149103EB-D928-765B-7A4B-D0CBFC364014}"/>
                </a:ext>
              </a:extLst>
            </p:cNvPr>
            <p:cNvGrpSpPr/>
            <p:nvPr/>
          </p:nvGrpSpPr>
          <p:grpSpPr>
            <a:xfrm>
              <a:off x="1538408" y="4697124"/>
              <a:ext cx="1813313" cy="484476"/>
              <a:chOff x="1538408" y="4697124"/>
              <a:chExt cx="1813313" cy="484476"/>
            </a:xfrm>
          </p:grpSpPr>
          <p:cxnSp>
            <p:nvCxnSpPr>
              <p:cNvPr id="29714" name="Straight Arrow Connector 29713">
                <a:extLst>
                  <a:ext uri="{FF2B5EF4-FFF2-40B4-BE49-F238E27FC236}">
                    <a16:creationId xmlns:a16="http://schemas.microsoft.com/office/drawing/2014/main" id="{F70D60C9-E027-C65B-9B73-B08560B6DC01}"/>
                  </a:ext>
                </a:extLst>
              </p:cNvPr>
              <p:cNvCxnSpPr/>
              <p:nvPr/>
            </p:nvCxnSpPr>
            <p:spPr>
              <a:xfrm>
                <a:off x="1538408" y="4800600"/>
                <a:ext cx="45058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15" name="Straight Arrow Connector 29714">
                <a:extLst>
                  <a:ext uri="{FF2B5EF4-FFF2-40B4-BE49-F238E27FC236}">
                    <a16:creationId xmlns:a16="http://schemas.microsoft.com/office/drawing/2014/main" id="{765AD940-6C13-31A2-9713-625F6546BFBE}"/>
                  </a:ext>
                </a:extLst>
              </p:cNvPr>
              <p:cNvCxnSpPr>
                <a:cxnSpLocks/>
              </p:cNvCxnSpPr>
              <p:nvPr/>
            </p:nvCxnSpPr>
            <p:spPr>
              <a:xfrm flipH="1">
                <a:off x="2744296" y="4800600"/>
                <a:ext cx="60742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17" name="TextBox 29716">
                <a:extLst>
                  <a:ext uri="{FF2B5EF4-FFF2-40B4-BE49-F238E27FC236}">
                    <a16:creationId xmlns:a16="http://schemas.microsoft.com/office/drawing/2014/main" id="{EA5A93E3-1646-B340-6E40-63A5423ADA52}"/>
                  </a:ext>
                </a:extLst>
              </p:cNvPr>
              <p:cNvSpPr txBox="1"/>
              <p:nvPr/>
            </p:nvSpPr>
            <p:spPr>
              <a:xfrm>
                <a:off x="2064876" y="4697124"/>
                <a:ext cx="800219" cy="360612"/>
              </a:xfrm>
              <a:prstGeom prst="rect">
                <a:avLst/>
              </a:prstGeom>
              <a:noFill/>
            </p:spPr>
            <p:txBody>
              <a:bodyPr wrap="none" rtlCol="0">
                <a:spAutoFit/>
              </a:bodyPr>
              <a:lstStyle/>
              <a:p>
                <a:r>
                  <a:rPr lang="en-US" dirty="0">
                    <a:solidFill>
                      <a:srgbClr val="0000FF"/>
                    </a:solidFill>
                  </a:rPr>
                  <a:t>merge</a:t>
                </a:r>
              </a:p>
            </p:txBody>
          </p:sp>
        </p:grpSp>
      </p:grpSp>
      <p:grpSp>
        <p:nvGrpSpPr>
          <p:cNvPr id="29755" name="Group 29754">
            <a:extLst>
              <a:ext uri="{FF2B5EF4-FFF2-40B4-BE49-F238E27FC236}">
                <a16:creationId xmlns:a16="http://schemas.microsoft.com/office/drawing/2014/main" id="{53D744DA-693D-9701-C01F-A40179706201}"/>
              </a:ext>
            </a:extLst>
          </p:cNvPr>
          <p:cNvGrpSpPr/>
          <p:nvPr/>
        </p:nvGrpSpPr>
        <p:grpSpPr>
          <a:xfrm>
            <a:off x="6510323" y="4711540"/>
            <a:ext cx="1813313" cy="963943"/>
            <a:chOff x="6510323" y="4711540"/>
            <a:chExt cx="1813313" cy="963943"/>
          </a:xfrm>
        </p:grpSpPr>
        <p:grpSp>
          <p:nvGrpSpPr>
            <p:cNvPr id="47" name="Group 46">
              <a:extLst>
                <a:ext uri="{FF2B5EF4-FFF2-40B4-BE49-F238E27FC236}">
                  <a16:creationId xmlns:a16="http://schemas.microsoft.com/office/drawing/2014/main" id="{4B3C239B-55D6-AA35-F75C-2FAA518B164A}"/>
                </a:ext>
              </a:extLst>
            </p:cNvPr>
            <p:cNvGrpSpPr/>
            <p:nvPr/>
          </p:nvGrpSpPr>
          <p:grpSpPr>
            <a:xfrm>
              <a:off x="6693760" y="5294483"/>
              <a:ext cx="1424095" cy="381000"/>
              <a:chOff x="4575421" y="2362884"/>
              <a:chExt cx="1424095" cy="381000"/>
            </a:xfrm>
            <a:solidFill>
              <a:srgbClr val="76D6FF"/>
            </a:solidFill>
          </p:grpSpPr>
          <p:sp>
            <p:nvSpPr>
              <p:cNvPr id="48" name="Rounded Rectangle 47">
                <a:extLst>
                  <a:ext uri="{FF2B5EF4-FFF2-40B4-BE49-F238E27FC236}">
                    <a16:creationId xmlns:a16="http://schemas.microsoft.com/office/drawing/2014/main" id="{74488688-30D4-29C8-644F-97194CF3D8A9}"/>
                  </a:ext>
                </a:extLst>
              </p:cNvPr>
              <p:cNvSpPr/>
              <p:nvPr/>
            </p:nvSpPr>
            <p:spPr>
              <a:xfrm>
                <a:off x="554893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49" name="Rounded Rectangle 48">
                <a:extLst>
                  <a:ext uri="{FF2B5EF4-FFF2-40B4-BE49-F238E27FC236}">
                    <a16:creationId xmlns:a16="http://schemas.microsoft.com/office/drawing/2014/main" id="{2432B597-5DCB-7DC6-544D-5A8F36CB4689}"/>
                  </a:ext>
                </a:extLst>
              </p:cNvPr>
              <p:cNvSpPr/>
              <p:nvPr/>
            </p:nvSpPr>
            <p:spPr>
              <a:xfrm>
                <a:off x="457542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0" name="Rounded Rectangle 49">
                <a:extLst>
                  <a:ext uri="{FF2B5EF4-FFF2-40B4-BE49-F238E27FC236}">
                    <a16:creationId xmlns:a16="http://schemas.microsoft.com/office/drawing/2014/main" id="{5555E351-7F57-7389-D040-887A81218C4D}"/>
                  </a:ext>
                </a:extLst>
              </p:cNvPr>
              <p:cNvSpPr/>
              <p:nvPr/>
            </p:nvSpPr>
            <p:spPr>
              <a:xfrm>
                <a:off x="506217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33" name="Group 29732">
              <a:extLst>
                <a:ext uri="{FF2B5EF4-FFF2-40B4-BE49-F238E27FC236}">
                  <a16:creationId xmlns:a16="http://schemas.microsoft.com/office/drawing/2014/main" id="{344D4BDC-01F4-0386-217D-9AFE04E57000}"/>
                </a:ext>
              </a:extLst>
            </p:cNvPr>
            <p:cNvGrpSpPr/>
            <p:nvPr/>
          </p:nvGrpSpPr>
          <p:grpSpPr>
            <a:xfrm>
              <a:off x="6510323" y="4711540"/>
              <a:ext cx="1813313" cy="484476"/>
              <a:chOff x="6510323" y="4711540"/>
              <a:chExt cx="1813313" cy="484476"/>
            </a:xfrm>
          </p:grpSpPr>
          <p:cxnSp>
            <p:nvCxnSpPr>
              <p:cNvPr id="29718" name="Straight Arrow Connector 29717">
                <a:extLst>
                  <a:ext uri="{FF2B5EF4-FFF2-40B4-BE49-F238E27FC236}">
                    <a16:creationId xmlns:a16="http://schemas.microsoft.com/office/drawing/2014/main" id="{0F7904E0-AF17-75EF-DA72-48FB15712E74}"/>
                  </a:ext>
                </a:extLst>
              </p:cNvPr>
              <p:cNvCxnSpPr/>
              <p:nvPr/>
            </p:nvCxnSpPr>
            <p:spPr>
              <a:xfrm>
                <a:off x="6510323" y="4815016"/>
                <a:ext cx="45058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19" name="Straight Arrow Connector 29718">
                <a:extLst>
                  <a:ext uri="{FF2B5EF4-FFF2-40B4-BE49-F238E27FC236}">
                    <a16:creationId xmlns:a16="http://schemas.microsoft.com/office/drawing/2014/main" id="{9E5DFEBF-5772-464F-8815-40A36C47EF55}"/>
                  </a:ext>
                </a:extLst>
              </p:cNvPr>
              <p:cNvCxnSpPr>
                <a:cxnSpLocks/>
              </p:cNvCxnSpPr>
              <p:nvPr/>
            </p:nvCxnSpPr>
            <p:spPr>
              <a:xfrm flipH="1">
                <a:off x="7716211" y="4815016"/>
                <a:ext cx="607425" cy="381000"/>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20" name="TextBox 29719">
                <a:extLst>
                  <a:ext uri="{FF2B5EF4-FFF2-40B4-BE49-F238E27FC236}">
                    <a16:creationId xmlns:a16="http://schemas.microsoft.com/office/drawing/2014/main" id="{0E600385-B864-340A-D419-BE7396045B0E}"/>
                  </a:ext>
                </a:extLst>
              </p:cNvPr>
              <p:cNvSpPr txBox="1"/>
              <p:nvPr/>
            </p:nvSpPr>
            <p:spPr>
              <a:xfrm>
                <a:off x="7036791" y="4711540"/>
                <a:ext cx="800219" cy="360612"/>
              </a:xfrm>
              <a:prstGeom prst="rect">
                <a:avLst/>
              </a:prstGeom>
              <a:noFill/>
            </p:spPr>
            <p:txBody>
              <a:bodyPr wrap="none" rtlCol="0">
                <a:spAutoFit/>
              </a:bodyPr>
              <a:lstStyle/>
              <a:p>
                <a:r>
                  <a:rPr lang="en-US" dirty="0">
                    <a:solidFill>
                      <a:srgbClr val="0000FF"/>
                    </a:solidFill>
                  </a:rPr>
                  <a:t>merge</a:t>
                </a:r>
              </a:p>
            </p:txBody>
          </p:sp>
        </p:grpSp>
      </p:grpSp>
      <p:grpSp>
        <p:nvGrpSpPr>
          <p:cNvPr id="29734" name="Group 29733">
            <a:extLst>
              <a:ext uri="{FF2B5EF4-FFF2-40B4-BE49-F238E27FC236}">
                <a16:creationId xmlns:a16="http://schemas.microsoft.com/office/drawing/2014/main" id="{0ED17114-77FB-D095-8C7F-F797C5E107BA}"/>
              </a:ext>
            </a:extLst>
          </p:cNvPr>
          <p:cNvGrpSpPr/>
          <p:nvPr/>
        </p:nvGrpSpPr>
        <p:grpSpPr>
          <a:xfrm>
            <a:off x="3065982" y="5335123"/>
            <a:ext cx="3550334" cy="469365"/>
            <a:chOff x="3065982" y="5335123"/>
            <a:chExt cx="3550334" cy="469365"/>
          </a:xfrm>
        </p:grpSpPr>
        <p:cxnSp>
          <p:nvCxnSpPr>
            <p:cNvPr id="29721" name="Straight Arrow Connector 29720">
              <a:extLst>
                <a:ext uri="{FF2B5EF4-FFF2-40B4-BE49-F238E27FC236}">
                  <a16:creationId xmlns:a16="http://schemas.microsoft.com/office/drawing/2014/main" id="{6BEBF7E4-A5C7-688C-08CB-93472A5C7E79}"/>
                </a:ext>
              </a:extLst>
            </p:cNvPr>
            <p:cNvCxnSpPr>
              <a:cxnSpLocks/>
            </p:cNvCxnSpPr>
            <p:nvPr/>
          </p:nvCxnSpPr>
          <p:spPr>
            <a:xfrm>
              <a:off x="3065982" y="5557422"/>
              <a:ext cx="1245668" cy="23621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22" name="Straight Arrow Connector 29721">
              <a:extLst>
                <a:ext uri="{FF2B5EF4-FFF2-40B4-BE49-F238E27FC236}">
                  <a16:creationId xmlns:a16="http://schemas.microsoft.com/office/drawing/2014/main" id="{875A0890-86BD-876E-2DDD-0DEDC6E235A4}"/>
                </a:ext>
              </a:extLst>
            </p:cNvPr>
            <p:cNvCxnSpPr>
              <a:cxnSpLocks/>
            </p:cNvCxnSpPr>
            <p:nvPr/>
          </p:nvCxnSpPr>
          <p:spPr>
            <a:xfrm flipH="1">
              <a:off x="5591176" y="5474801"/>
              <a:ext cx="1025140" cy="329687"/>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23" name="TextBox 29722">
              <a:extLst>
                <a:ext uri="{FF2B5EF4-FFF2-40B4-BE49-F238E27FC236}">
                  <a16:creationId xmlns:a16="http://schemas.microsoft.com/office/drawing/2014/main" id="{7A41ED8E-A2C4-78BB-F74C-4F3CAB84BD6E}"/>
                </a:ext>
              </a:extLst>
            </p:cNvPr>
            <p:cNvSpPr txBox="1"/>
            <p:nvPr/>
          </p:nvSpPr>
          <p:spPr>
            <a:xfrm>
              <a:off x="4608001" y="5335123"/>
              <a:ext cx="800219" cy="360612"/>
            </a:xfrm>
            <a:prstGeom prst="rect">
              <a:avLst/>
            </a:prstGeom>
            <a:noFill/>
          </p:spPr>
          <p:txBody>
            <a:bodyPr wrap="none" rtlCol="0">
              <a:spAutoFit/>
            </a:bodyPr>
            <a:lstStyle/>
            <a:p>
              <a:r>
                <a:rPr lang="en-US" dirty="0">
                  <a:solidFill>
                    <a:srgbClr val="0000FF"/>
                  </a:solidFill>
                </a:rPr>
                <a:t>merge</a:t>
              </a:r>
            </a:p>
          </p:txBody>
        </p:sp>
      </p:grpSp>
      <p:grpSp>
        <p:nvGrpSpPr>
          <p:cNvPr id="29751" name="Group 29750">
            <a:extLst>
              <a:ext uri="{FF2B5EF4-FFF2-40B4-BE49-F238E27FC236}">
                <a16:creationId xmlns:a16="http://schemas.microsoft.com/office/drawing/2014/main" id="{5FC641D3-8FD5-41A4-99BC-239B4964631C}"/>
              </a:ext>
            </a:extLst>
          </p:cNvPr>
          <p:cNvGrpSpPr/>
          <p:nvPr/>
        </p:nvGrpSpPr>
        <p:grpSpPr>
          <a:xfrm>
            <a:off x="810155" y="3797402"/>
            <a:ext cx="2766859" cy="885040"/>
            <a:chOff x="810155" y="3797402"/>
            <a:chExt cx="2766859" cy="885040"/>
          </a:xfrm>
        </p:grpSpPr>
        <p:grpSp>
          <p:nvGrpSpPr>
            <p:cNvPr id="35" name="Group 34">
              <a:extLst>
                <a:ext uri="{FF2B5EF4-FFF2-40B4-BE49-F238E27FC236}">
                  <a16:creationId xmlns:a16="http://schemas.microsoft.com/office/drawing/2014/main" id="{09B5B5A3-9366-B813-0CA3-5591E1B35DB0}"/>
                </a:ext>
              </a:extLst>
            </p:cNvPr>
            <p:cNvGrpSpPr/>
            <p:nvPr/>
          </p:nvGrpSpPr>
          <p:grpSpPr>
            <a:xfrm>
              <a:off x="810155" y="4301442"/>
              <a:ext cx="945885" cy="381000"/>
              <a:chOff x="1363608" y="3557956"/>
              <a:chExt cx="945885" cy="381000"/>
            </a:xfrm>
            <a:solidFill>
              <a:srgbClr val="76D6FF"/>
            </a:solidFill>
          </p:grpSpPr>
          <p:sp>
            <p:nvSpPr>
              <p:cNvPr id="36" name="Rounded Rectangle 35">
                <a:extLst>
                  <a:ext uri="{FF2B5EF4-FFF2-40B4-BE49-F238E27FC236}">
                    <a16:creationId xmlns:a16="http://schemas.microsoft.com/office/drawing/2014/main" id="{AD4C19AF-7E2B-FA8E-EF0D-A9B01BBBB2CE}"/>
                  </a:ext>
                </a:extLst>
              </p:cNvPr>
              <p:cNvSpPr/>
              <p:nvPr/>
            </p:nvSpPr>
            <p:spPr>
              <a:xfrm>
                <a:off x="13636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37" name="Rounded Rectangle 36">
                <a:extLst>
                  <a:ext uri="{FF2B5EF4-FFF2-40B4-BE49-F238E27FC236}">
                    <a16:creationId xmlns:a16="http://schemas.microsoft.com/office/drawing/2014/main" id="{956636EA-1584-C20B-839A-29D6DF05656C}"/>
                  </a:ext>
                </a:extLst>
              </p:cNvPr>
              <p:cNvSpPr/>
              <p:nvPr/>
            </p:nvSpPr>
            <p:spPr>
              <a:xfrm>
                <a:off x="18589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grpSp>
        <p:sp>
          <p:nvSpPr>
            <p:cNvPr id="38" name="Rounded Rectangle 37">
              <a:extLst>
                <a:ext uri="{FF2B5EF4-FFF2-40B4-BE49-F238E27FC236}">
                  <a16:creationId xmlns:a16="http://schemas.microsoft.com/office/drawing/2014/main" id="{44BCACAE-AB1B-6458-C1B6-6624FF87BCF6}"/>
                </a:ext>
              </a:extLst>
            </p:cNvPr>
            <p:cNvSpPr/>
            <p:nvPr/>
          </p:nvSpPr>
          <p:spPr>
            <a:xfrm>
              <a:off x="3126429" y="4301442"/>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nvGrpSpPr>
            <p:cNvPr id="29744" name="Group 29743">
              <a:extLst>
                <a:ext uri="{FF2B5EF4-FFF2-40B4-BE49-F238E27FC236}">
                  <a16:creationId xmlns:a16="http://schemas.microsoft.com/office/drawing/2014/main" id="{58AFA074-4156-F5F4-9256-9991EC3F559B}"/>
                </a:ext>
              </a:extLst>
            </p:cNvPr>
            <p:cNvGrpSpPr/>
            <p:nvPr/>
          </p:nvGrpSpPr>
          <p:grpSpPr>
            <a:xfrm>
              <a:off x="1035447" y="3797402"/>
              <a:ext cx="2338071" cy="446348"/>
              <a:chOff x="1035447" y="3797402"/>
              <a:chExt cx="2338071" cy="446348"/>
            </a:xfrm>
          </p:grpSpPr>
          <p:cxnSp>
            <p:nvCxnSpPr>
              <p:cNvPr id="29736" name="Straight Arrow Connector 29735">
                <a:extLst>
                  <a:ext uri="{FF2B5EF4-FFF2-40B4-BE49-F238E27FC236}">
                    <a16:creationId xmlns:a16="http://schemas.microsoft.com/office/drawing/2014/main" id="{5827A77C-567C-3BF6-A56A-9DA364470604}"/>
                  </a:ext>
                </a:extLst>
              </p:cNvPr>
              <p:cNvCxnSpPr>
                <a:cxnSpLocks/>
              </p:cNvCxnSpPr>
              <p:nvPr/>
            </p:nvCxnSpPr>
            <p:spPr>
              <a:xfrm>
                <a:off x="1035447" y="3797402"/>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37" name="Straight Arrow Connector 29736">
                <a:extLst>
                  <a:ext uri="{FF2B5EF4-FFF2-40B4-BE49-F238E27FC236}">
                    <a16:creationId xmlns:a16="http://schemas.microsoft.com/office/drawing/2014/main" id="{1117F650-CAFF-D4DE-8AC2-7ECC46992CCE}"/>
                  </a:ext>
                </a:extLst>
              </p:cNvPr>
              <p:cNvCxnSpPr>
                <a:cxnSpLocks/>
              </p:cNvCxnSpPr>
              <p:nvPr/>
            </p:nvCxnSpPr>
            <p:spPr>
              <a:xfrm>
                <a:off x="1538408"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38" name="TextBox 29737">
                <a:extLst>
                  <a:ext uri="{FF2B5EF4-FFF2-40B4-BE49-F238E27FC236}">
                    <a16:creationId xmlns:a16="http://schemas.microsoft.com/office/drawing/2014/main" id="{52D149DB-5660-72C0-2FE5-C647F6FB9FE8}"/>
                  </a:ext>
                </a:extLst>
              </p:cNvPr>
              <p:cNvSpPr txBox="1"/>
              <p:nvPr/>
            </p:nvSpPr>
            <p:spPr>
              <a:xfrm>
                <a:off x="2059355" y="3809334"/>
                <a:ext cx="800219" cy="360612"/>
              </a:xfrm>
              <a:prstGeom prst="rect">
                <a:avLst/>
              </a:prstGeom>
              <a:noFill/>
            </p:spPr>
            <p:txBody>
              <a:bodyPr wrap="none" rtlCol="0">
                <a:spAutoFit/>
              </a:bodyPr>
              <a:lstStyle/>
              <a:p>
                <a:r>
                  <a:rPr lang="en-US" dirty="0">
                    <a:solidFill>
                      <a:srgbClr val="0000FF"/>
                    </a:solidFill>
                  </a:rPr>
                  <a:t>merge</a:t>
                </a:r>
              </a:p>
            </p:txBody>
          </p:sp>
          <p:cxnSp>
            <p:nvCxnSpPr>
              <p:cNvPr id="29743" name="Straight Arrow Connector 29742">
                <a:extLst>
                  <a:ext uri="{FF2B5EF4-FFF2-40B4-BE49-F238E27FC236}">
                    <a16:creationId xmlns:a16="http://schemas.microsoft.com/office/drawing/2014/main" id="{1D1680C4-F6FD-B950-C9D1-56C616E7C731}"/>
                  </a:ext>
                </a:extLst>
              </p:cNvPr>
              <p:cNvCxnSpPr>
                <a:cxnSpLocks/>
              </p:cNvCxnSpPr>
              <p:nvPr/>
            </p:nvCxnSpPr>
            <p:spPr>
              <a:xfrm>
                <a:off x="3368026"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grpSp>
        <p:nvGrpSpPr>
          <p:cNvPr id="29754" name="Group 29753">
            <a:extLst>
              <a:ext uri="{FF2B5EF4-FFF2-40B4-BE49-F238E27FC236}">
                <a16:creationId xmlns:a16="http://schemas.microsoft.com/office/drawing/2014/main" id="{A7D69AF9-9E49-E2DF-5702-1155CAA2B239}"/>
              </a:ext>
            </a:extLst>
          </p:cNvPr>
          <p:cNvGrpSpPr/>
          <p:nvPr/>
        </p:nvGrpSpPr>
        <p:grpSpPr>
          <a:xfrm>
            <a:off x="5681979" y="3748169"/>
            <a:ext cx="3157355" cy="876581"/>
            <a:chOff x="5681979" y="3748169"/>
            <a:chExt cx="3157355" cy="876581"/>
          </a:xfrm>
        </p:grpSpPr>
        <p:grpSp>
          <p:nvGrpSpPr>
            <p:cNvPr id="29753" name="Group 29752">
              <a:extLst>
                <a:ext uri="{FF2B5EF4-FFF2-40B4-BE49-F238E27FC236}">
                  <a16:creationId xmlns:a16="http://schemas.microsoft.com/office/drawing/2014/main" id="{63B53F92-2810-571D-5A6B-7E303575D369}"/>
                </a:ext>
              </a:extLst>
            </p:cNvPr>
            <p:cNvGrpSpPr/>
            <p:nvPr/>
          </p:nvGrpSpPr>
          <p:grpSpPr>
            <a:xfrm>
              <a:off x="5681979" y="4243750"/>
              <a:ext cx="3157355" cy="381000"/>
              <a:chOff x="5681979" y="4243750"/>
              <a:chExt cx="3157355" cy="381000"/>
            </a:xfrm>
          </p:grpSpPr>
          <p:grpSp>
            <p:nvGrpSpPr>
              <p:cNvPr id="39" name="Group 38">
                <a:extLst>
                  <a:ext uri="{FF2B5EF4-FFF2-40B4-BE49-F238E27FC236}">
                    <a16:creationId xmlns:a16="http://schemas.microsoft.com/office/drawing/2014/main" id="{B729483F-4247-E3CB-C38F-6554150F7210}"/>
                  </a:ext>
                </a:extLst>
              </p:cNvPr>
              <p:cNvGrpSpPr/>
              <p:nvPr/>
            </p:nvGrpSpPr>
            <p:grpSpPr>
              <a:xfrm>
                <a:off x="5681979" y="4243750"/>
                <a:ext cx="937340" cy="381000"/>
                <a:chOff x="5527303" y="3513309"/>
                <a:chExt cx="937340" cy="381000"/>
              </a:xfrm>
              <a:solidFill>
                <a:srgbClr val="76D6FF"/>
              </a:solidFill>
            </p:grpSpPr>
            <p:sp>
              <p:nvSpPr>
                <p:cNvPr id="40" name="Rounded Rectangle 39">
                  <a:extLst>
                    <a:ext uri="{FF2B5EF4-FFF2-40B4-BE49-F238E27FC236}">
                      <a16:creationId xmlns:a16="http://schemas.microsoft.com/office/drawing/2014/main" id="{C2F4A653-A2A8-8CC5-90F3-FCDE4F8A8A6D}"/>
                    </a:ext>
                  </a:extLst>
                </p:cNvPr>
                <p:cNvSpPr/>
                <p:nvPr/>
              </p:nvSpPr>
              <p:spPr>
                <a:xfrm>
                  <a:off x="5527303"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sp>
              <p:nvSpPr>
                <p:cNvPr id="41" name="Rounded Rectangle 40">
                  <a:extLst>
                    <a:ext uri="{FF2B5EF4-FFF2-40B4-BE49-F238E27FC236}">
                      <a16:creationId xmlns:a16="http://schemas.microsoft.com/office/drawing/2014/main" id="{AEDD9565-D2CD-AC6E-8B3C-5ADB0BF02084}"/>
                    </a:ext>
                  </a:extLst>
                </p:cNvPr>
                <p:cNvSpPr/>
                <p:nvPr/>
              </p:nvSpPr>
              <p:spPr>
                <a:xfrm>
                  <a:off x="6014058"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grpSp>
          <p:sp>
            <p:nvSpPr>
              <p:cNvPr id="42" name="Rounded Rectangle 41">
                <a:extLst>
                  <a:ext uri="{FF2B5EF4-FFF2-40B4-BE49-F238E27FC236}">
                    <a16:creationId xmlns:a16="http://schemas.microsoft.com/office/drawing/2014/main" id="{7972D679-EB2E-9B42-5FB7-1030B4B94957}"/>
                  </a:ext>
                </a:extLst>
              </p:cNvPr>
              <p:cNvSpPr/>
              <p:nvPr/>
            </p:nvSpPr>
            <p:spPr>
              <a:xfrm>
                <a:off x="8388749" y="4243750"/>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grpSp>
        <p:grpSp>
          <p:nvGrpSpPr>
            <p:cNvPr id="29750" name="Group 29749">
              <a:extLst>
                <a:ext uri="{FF2B5EF4-FFF2-40B4-BE49-F238E27FC236}">
                  <a16:creationId xmlns:a16="http://schemas.microsoft.com/office/drawing/2014/main" id="{2F1176CE-660A-15FE-C7C2-5E2448D8A172}"/>
                </a:ext>
              </a:extLst>
            </p:cNvPr>
            <p:cNvGrpSpPr/>
            <p:nvPr/>
          </p:nvGrpSpPr>
          <p:grpSpPr>
            <a:xfrm>
              <a:off x="5922021" y="3748169"/>
              <a:ext cx="2692020" cy="446348"/>
              <a:chOff x="5922021" y="3748169"/>
              <a:chExt cx="2692020" cy="446348"/>
            </a:xfrm>
          </p:grpSpPr>
          <p:cxnSp>
            <p:nvCxnSpPr>
              <p:cNvPr id="29746" name="Straight Arrow Connector 29745">
                <a:extLst>
                  <a:ext uri="{FF2B5EF4-FFF2-40B4-BE49-F238E27FC236}">
                    <a16:creationId xmlns:a16="http://schemas.microsoft.com/office/drawing/2014/main" id="{5D68E547-C7DB-7A80-650E-FDC0E7AD4AC3}"/>
                  </a:ext>
                </a:extLst>
              </p:cNvPr>
              <p:cNvCxnSpPr>
                <a:cxnSpLocks/>
              </p:cNvCxnSpPr>
              <p:nvPr/>
            </p:nvCxnSpPr>
            <p:spPr>
              <a:xfrm>
                <a:off x="5922021" y="3748169"/>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cxnSp>
            <p:nvCxnSpPr>
              <p:cNvPr id="29747" name="Straight Arrow Connector 29746">
                <a:extLst>
                  <a:ext uri="{FF2B5EF4-FFF2-40B4-BE49-F238E27FC236}">
                    <a16:creationId xmlns:a16="http://schemas.microsoft.com/office/drawing/2014/main" id="{39994833-BA06-E61F-7E31-EE7A8E8257C7}"/>
                  </a:ext>
                </a:extLst>
              </p:cNvPr>
              <p:cNvCxnSpPr>
                <a:cxnSpLocks/>
              </p:cNvCxnSpPr>
              <p:nvPr/>
            </p:nvCxnSpPr>
            <p:spPr>
              <a:xfrm>
                <a:off x="6424982"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48" name="TextBox 29747">
                <a:extLst>
                  <a:ext uri="{FF2B5EF4-FFF2-40B4-BE49-F238E27FC236}">
                    <a16:creationId xmlns:a16="http://schemas.microsoft.com/office/drawing/2014/main" id="{E8EB508C-DBD9-3959-CA55-1EE2B74DFD2A}"/>
                  </a:ext>
                </a:extLst>
              </p:cNvPr>
              <p:cNvSpPr txBox="1"/>
              <p:nvPr/>
            </p:nvSpPr>
            <p:spPr>
              <a:xfrm>
                <a:off x="6945929" y="3760101"/>
                <a:ext cx="800219" cy="360612"/>
              </a:xfrm>
              <a:prstGeom prst="rect">
                <a:avLst/>
              </a:prstGeom>
              <a:noFill/>
            </p:spPr>
            <p:txBody>
              <a:bodyPr wrap="none" rtlCol="0">
                <a:spAutoFit/>
              </a:bodyPr>
              <a:lstStyle/>
              <a:p>
                <a:r>
                  <a:rPr lang="en-US" dirty="0">
                    <a:solidFill>
                      <a:srgbClr val="0000FF"/>
                    </a:solidFill>
                  </a:rPr>
                  <a:t>merge</a:t>
                </a:r>
              </a:p>
            </p:txBody>
          </p:sp>
          <p:cxnSp>
            <p:nvCxnSpPr>
              <p:cNvPr id="29749" name="Straight Arrow Connector 29748">
                <a:extLst>
                  <a:ext uri="{FF2B5EF4-FFF2-40B4-BE49-F238E27FC236}">
                    <a16:creationId xmlns:a16="http://schemas.microsoft.com/office/drawing/2014/main" id="{A26984B9-90CE-034C-B68A-3AF5C6FE4618}"/>
                  </a:ext>
                </a:extLst>
              </p:cNvPr>
              <p:cNvCxnSpPr>
                <a:cxnSpLocks/>
              </p:cNvCxnSpPr>
              <p:nvPr/>
            </p:nvCxnSpPr>
            <p:spPr>
              <a:xfrm>
                <a:off x="8608549"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5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5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5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73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Font typeface="Monotype Sorts" pitchFamily="2" charset="2"/>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30907714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699">
                                            <p:txEl>
                                              <p:pRg st="1" end="1"/>
                                            </p:txEl>
                                          </p:spTgt>
                                        </p:tgtEl>
                                        <p:attrNameLst>
                                          <p:attrName>style.visibility</p:attrName>
                                        </p:attrNameLst>
                                      </p:cBhvr>
                                      <p:to>
                                        <p:strVal val="visible"/>
                                      </p:to>
                                    </p:set>
                                    <p:animEffect transition="in" filter="fade">
                                      <p:cBhvr>
                                        <p:cTn id="7" dur="500"/>
                                        <p:tgtEl>
                                          <p:spTgt spid="29699">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fade">
                                      <p:cBhvr>
                                        <p:cTn id="10" dur="500"/>
                                        <p:tgtEl>
                                          <p:spTgt spid="29699">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29699">
                                            <p:txEl>
                                              <p:pRg st="3" end="3"/>
                                            </p:txEl>
                                          </p:spTgt>
                                        </p:tgtEl>
                                        <p:attrNameLst>
                                          <p:attrName>style.visibility</p:attrName>
                                        </p:attrNameLst>
                                      </p:cBhvr>
                                      <p:to>
                                        <p:strVal val="visible"/>
                                      </p:to>
                                    </p:set>
                                    <p:animEffect transition="in" filter="fade">
                                      <p:cBhvr>
                                        <p:cTn id="13" dur="500"/>
                                        <p:tgtEl>
                                          <p:spTgt spid="29699">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29699">
                                            <p:txEl>
                                              <p:pRg st="4" end="4"/>
                                            </p:txEl>
                                          </p:spTgt>
                                        </p:tgtEl>
                                        <p:attrNameLst>
                                          <p:attrName>style.visibility</p:attrName>
                                        </p:attrNameLst>
                                      </p:cBhvr>
                                      <p:to>
                                        <p:strVal val="visible"/>
                                      </p:to>
                                    </p:set>
                                    <p:animEffect transition="in" filter="fade">
                                      <p:cBhvr>
                                        <p:cTn id="16" dur="500"/>
                                        <p:tgtEl>
                                          <p:spTgt spid="29699">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29699">
                                            <p:txEl>
                                              <p:pRg st="5" end="5"/>
                                            </p:txEl>
                                          </p:spTgt>
                                        </p:tgtEl>
                                        <p:attrNameLst>
                                          <p:attrName>style.visibility</p:attrName>
                                        </p:attrNameLst>
                                      </p:cBhvr>
                                      <p:to>
                                        <p:strVal val="visible"/>
                                      </p:to>
                                    </p:set>
                                    <p:animEffect transition="in" filter="fade">
                                      <p:cBhvr>
                                        <p:cTn id="19" dur="500"/>
                                        <p:tgtEl>
                                          <p:spTgt spid="29699">
                                            <p:txEl>
                                              <p:pRg st="5" end="5"/>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29699">
                                            <p:txEl>
                                              <p:pRg st="6" end="6"/>
                                            </p:txEl>
                                          </p:spTgt>
                                        </p:tgtEl>
                                        <p:attrNameLst>
                                          <p:attrName>style.visibility</p:attrName>
                                        </p:attrNameLst>
                                      </p:cBhvr>
                                      <p:to>
                                        <p:strVal val="visible"/>
                                      </p:to>
                                    </p:set>
                                    <p:animEffect transition="in" filter="fade">
                                      <p:cBhvr>
                                        <p:cTn id="22" dur="500"/>
                                        <p:tgtEl>
                                          <p:spTgt spid="29699">
                                            <p:txEl>
                                              <p:pRg st="6" end="6"/>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9699">
                                            <p:txEl>
                                              <p:pRg st="7" end="7"/>
                                            </p:txEl>
                                          </p:spTgt>
                                        </p:tgtEl>
                                        <p:attrNameLst>
                                          <p:attrName>style.visibility</p:attrName>
                                        </p:attrNameLst>
                                      </p:cBhvr>
                                      <p:to>
                                        <p:strVal val="visible"/>
                                      </p:to>
                                    </p:set>
                                    <p:animEffect transition="in" filter="fade">
                                      <p:cBhvr>
                                        <p:cTn id="25" dur="500"/>
                                        <p:tgtEl>
                                          <p:spTgt spid="29699">
                                            <p:txEl>
                                              <p:pRg st="7" end="7"/>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29699">
                                            <p:txEl>
                                              <p:pRg st="8" end="8"/>
                                            </p:txEl>
                                          </p:spTgt>
                                        </p:tgtEl>
                                        <p:attrNameLst>
                                          <p:attrName>style.visibility</p:attrName>
                                        </p:attrNameLst>
                                      </p:cBhvr>
                                      <p:to>
                                        <p:strVal val="visible"/>
                                      </p:to>
                                    </p:set>
                                    <p:animEffect transition="in" filter="fade">
                                      <p:cBhvr>
                                        <p:cTn id="28" dur="500"/>
                                        <p:tgtEl>
                                          <p:spTgt spid="29699">
                                            <p:txEl>
                                              <p:pRg st="8" end="8"/>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29699">
                                            <p:txEl>
                                              <p:pRg st="9" end="9"/>
                                            </p:txEl>
                                          </p:spTgt>
                                        </p:tgtEl>
                                        <p:attrNameLst>
                                          <p:attrName>style.visibility</p:attrName>
                                        </p:attrNameLst>
                                      </p:cBhvr>
                                      <p:to>
                                        <p:strVal val="visible"/>
                                      </p:to>
                                    </p:set>
                                    <p:animEffect transition="in" filter="fade">
                                      <p:cBhvr>
                                        <p:cTn id="31" dur="500"/>
                                        <p:tgtEl>
                                          <p:spTgt spid="29699">
                                            <p:txEl>
                                              <p:pRg st="9" end="9"/>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29699">
                                            <p:txEl>
                                              <p:pRg st="10" end="10"/>
                                            </p:txEl>
                                          </p:spTgt>
                                        </p:tgtEl>
                                        <p:attrNameLst>
                                          <p:attrName>style.visibility</p:attrName>
                                        </p:attrNameLst>
                                      </p:cBhvr>
                                      <p:to>
                                        <p:strVal val="visible"/>
                                      </p:to>
                                    </p:set>
                                    <p:animEffect transition="in" filter="fade">
                                      <p:cBhvr>
                                        <p:cTn id="34" dur="500"/>
                                        <p:tgtEl>
                                          <p:spTgt spid="29699">
                                            <p:txEl>
                                              <p:pRg st="10" end="10"/>
                                            </p:txEl>
                                          </p:spTgt>
                                        </p:tgtEl>
                                      </p:cBhvr>
                                    </p:animEffect>
                                  </p:childTnLst>
                                </p:cTn>
                              </p:par>
                              <p:par>
                                <p:cTn id="35" presetID="10" presetClass="entr" presetSubtype="0" fill="hold" nodeType="withEffect">
                                  <p:stCondLst>
                                    <p:cond delay="0"/>
                                  </p:stCondLst>
                                  <p:childTnLst>
                                    <p:set>
                                      <p:cBhvr>
                                        <p:cTn id="36" dur="1" fill="hold">
                                          <p:stCondLst>
                                            <p:cond delay="0"/>
                                          </p:stCondLst>
                                        </p:cTn>
                                        <p:tgtEl>
                                          <p:spTgt spid="29699">
                                            <p:txEl>
                                              <p:pRg st="11" end="11"/>
                                            </p:txEl>
                                          </p:spTgt>
                                        </p:tgtEl>
                                        <p:attrNameLst>
                                          <p:attrName>style.visibility</p:attrName>
                                        </p:attrNameLst>
                                      </p:cBhvr>
                                      <p:to>
                                        <p:strVal val="visible"/>
                                      </p:to>
                                    </p:set>
                                    <p:animEffect transition="in" filter="fade">
                                      <p:cBhvr>
                                        <p:cTn id="37" dur="500"/>
                                        <p:tgtEl>
                                          <p:spTgt spid="29699">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708683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Font typeface="Monotype Sorts" pitchFamily="2" charset="2"/>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else {</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divide the problem into p</a:t>
            </a:r>
            <a:r>
              <a:rPr lang="en-US" baseline="-25000" dirty="0">
                <a:latin typeface="+mj-lt"/>
                <a:ea typeface="Verdana" panose="020B0604030504040204" pitchFamily="34" charset="0"/>
                <a:cs typeface="Verdana" panose="020B0604030504040204" pitchFamily="34" charset="0"/>
              </a:rPr>
              <a:t>1</a:t>
            </a:r>
            <a:r>
              <a:rPr lang="en-US" dirty="0">
                <a:latin typeface="+mj-lt"/>
                <a:ea typeface="Verdana" panose="020B0604030504040204" pitchFamily="34" charset="0"/>
                <a:cs typeface="Verdana" panose="020B0604030504040204" pitchFamily="34" charset="0"/>
              </a:rPr>
              <a:t>, p</a:t>
            </a:r>
            <a:r>
              <a:rPr lang="en-US" baseline="-25000" dirty="0">
                <a:latin typeface="+mj-lt"/>
                <a:ea typeface="Verdana" panose="020B0604030504040204" pitchFamily="34" charset="0"/>
                <a:cs typeface="Verdana" panose="020B0604030504040204" pitchFamily="34" charset="0"/>
              </a:rPr>
              <a:t>2</a:t>
            </a:r>
            <a:r>
              <a:rPr lang="en-US" dirty="0">
                <a:latin typeface="+mj-lt"/>
                <a:ea typeface="Verdana" panose="020B0604030504040204" pitchFamily="34" charset="0"/>
                <a:cs typeface="Verdana" panose="020B0604030504040204" pitchFamily="34" charset="0"/>
              </a:rPr>
              <a:t>, … ,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k</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0545144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else</a:t>
            </a:r>
            <a:r>
              <a:rPr lang="en-US" b="1" dirty="0">
                <a:latin typeface="+mj-lt"/>
                <a:ea typeface="Verdana" panose="020B0604030504040204" pitchFamily="34" charset="0"/>
                <a:cs typeface="Verdana" panose="020B0604030504040204" pitchFamily="34" charset="0"/>
              </a:rPr>
              <a:t> </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64159098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else</a:t>
            </a:r>
            <a:r>
              <a:rPr lang="en-US" b="1" dirty="0">
                <a:latin typeface="+mj-lt"/>
                <a:ea typeface="Verdana" panose="020B0604030504040204" pitchFamily="34" charset="0"/>
                <a:cs typeface="Verdana" panose="020B0604030504040204" pitchFamily="34" charset="0"/>
              </a:rPr>
              <a:t> {</a:t>
            </a: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divide the problem into p</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1</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p</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2</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 ,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k</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for each sub-problem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endParaRPr lang="en-US" baseline="-25000" dirty="0">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 = solve (</a:t>
            </a:r>
            <a:r>
              <a:rPr lang="en-US" dirty="0" err="1">
                <a:latin typeface="+mj-lt"/>
                <a:ea typeface="Verdana" panose="020B0604030504040204" pitchFamily="34" charset="0"/>
                <a:cs typeface="Verdana" panose="020B0604030504040204" pitchFamily="34" charset="0"/>
              </a:rPr>
              <a:t>p</a:t>
            </a:r>
            <a:r>
              <a:rPr lang="en-US" baseline="-25000" dirty="0" err="1">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3518433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cxnSp>
        <p:nvCxnSpPr>
          <p:cNvPr id="6" name="Curved Connector 5"/>
          <p:cNvCxnSpPr/>
          <p:nvPr/>
        </p:nvCxnSpPr>
        <p:spPr>
          <a:xfrm rot="10800000">
            <a:off x="1682954" y="2743200"/>
            <a:ext cx="2430259" cy="2286000"/>
          </a:xfrm>
          <a:prstGeom prst="curvedConnector3">
            <a:avLst>
              <a:gd name="adj1" fmla="val 105095"/>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391826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combine all solution</a:t>
            </a:r>
            <a:r>
              <a:rPr lang="en-US" baseline="-25000" dirty="0">
                <a:latin typeface="+mj-lt"/>
                <a:ea typeface="Verdana" panose="020B0604030504040204" pitchFamily="34" charset="0"/>
                <a:cs typeface="Verdana" panose="020B0604030504040204" pitchFamily="34" charset="0"/>
              </a:rPr>
              <a:t>s</a:t>
            </a:r>
            <a:r>
              <a:rPr lang="en-US"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29030869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Mergesort</a:t>
            </a:r>
            <a:endParaRPr lang="en-GB" dirty="0"/>
          </a:p>
        </p:txBody>
      </p:sp>
      <p:sp>
        <p:nvSpPr>
          <p:cNvPr id="29699" name="Rectangle 3"/>
          <p:cNvSpPr>
            <a:spLocks noGrp="1" noChangeArrowheads="1"/>
          </p:cNvSpPr>
          <p:nvPr>
            <p:ph sz="quarter" idx="17"/>
          </p:nvPr>
        </p:nvSpPr>
        <p:spPr>
          <a:xfrm>
            <a:off x="495141" y="1471612"/>
            <a:ext cx="8912543" cy="5005387"/>
          </a:xfrm>
        </p:spPr>
        <p:txBody>
          <a:bodyPr/>
          <a:lstStyle/>
          <a:p>
            <a:pPr>
              <a:lnSpc>
                <a:spcPct val="110000"/>
              </a:lnSpc>
              <a:buNone/>
              <a:defRPr/>
            </a:pPr>
            <a:r>
              <a:rPr lang="en-US" sz="2400" b="1" dirty="0">
                <a:solidFill>
                  <a:srgbClr val="C00000"/>
                </a:solidFill>
                <a:latin typeface="Arial" charset="0"/>
              </a:rPr>
              <a:t>The Divide and Conquer approach</a:t>
            </a:r>
          </a:p>
          <a:p>
            <a:pPr>
              <a:lnSpc>
                <a:spcPct val="110000"/>
              </a:lnSpc>
              <a:buFont typeface="Monotype Sorts" pitchFamily="2" charset="2"/>
              <a:buNone/>
              <a:defRPr/>
            </a:pPr>
            <a:r>
              <a:rPr lang="en-US" sz="2400" dirty="0">
                <a:latin typeface="Arial" charset="0"/>
              </a:rPr>
              <a:t>The skeleton of this approach:</a:t>
            </a:r>
          </a:p>
          <a:p>
            <a:pPr lvl="3" indent="-400050">
              <a:lnSpc>
                <a:spcPct val="110000"/>
              </a:lnSpc>
              <a:buFontTx/>
              <a:buNone/>
              <a:defRPr/>
            </a:pP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solve (problem of size n)</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if (n &lt;= minimum size)</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solve the problem directly;</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r>
              <a:rPr lang="en-US" dirty="0">
                <a:effectLst/>
                <a:latin typeface="+mj-lt"/>
                <a:ea typeface="Verdana" panose="020B0604030504040204" pitchFamily="34" charset="0"/>
                <a:cs typeface="Verdana" panose="020B0604030504040204" pitchFamily="34" charset="0"/>
              </a:rPr>
              <a:t>else {</a:t>
            </a:r>
          </a:p>
          <a:p>
            <a:pPr marL="2513013" lvl="5" indent="-87313">
              <a:lnSpc>
                <a:spcPct val="110000"/>
              </a:lnSpc>
              <a:buFontTx/>
              <a:buNone/>
              <a:defRPr/>
            </a:pPr>
            <a:r>
              <a:rPr lang="en-US" dirty="0">
                <a:effectLst/>
                <a:latin typeface="+mj-lt"/>
                <a:ea typeface="Verdana" panose="020B0604030504040204" pitchFamily="34" charset="0"/>
                <a:cs typeface="Verdana" panose="020B0604030504040204" pitchFamily="34" charset="0"/>
              </a:rPr>
              <a:t>		divide the problem into p</a:t>
            </a:r>
            <a:r>
              <a:rPr lang="en-US" baseline="-25000" dirty="0">
                <a:effectLst/>
                <a:latin typeface="+mj-lt"/>
                <a:ea typeface="Verdana" panose="020B0604030504040204" pitchFamily="34" charset="0"/>
                <a:cs typeface="Verdana" panose="020B0604030504040204" pitchFamily="34" charset="0"/>
              </a:rPr>
              <a:t>1</a:t>
            </a:r>
            <a:r>
              <a:rPr lang="en-US" dirty="0">
                <a:effectLst/>
                <a:latin typeface="+mj-lt"/>
                <a:ea typeface="Verdana" panose="020B0604030504040204" pitchFamily="34" charset="0"/>
                <a:cs typeface="Verdana" panose="020B0604030504040204" pitchFamily="34" charset="0"/>
              </a:rPr>
              <a:t>, p</a:t>
            </a:r>
            <a:r>
              <a:rPr lang="en-US" baseline="-25000" dirty="0">
                <a:effectLst/>
                <a:latin typeface="+mj-lt"/>
                <a:ea typeface="Verdana" panose="020B0604030504040204" pitchFamily="34" charset="0"/>
                <a:cs typeface="Verdana" panose="020B0604030504040204" pitchFamily="34" charset="0"/>
              </a:rPr>
              <a:t>2</a:t>
            </a:r>
            <a:r>
              <a:rPr lang="en-US" dirty="0">
                <a:effectLst/>
                <a:latin typeface="+mj-lt"/>
                <a:ea typeface="Verdana" panose="020B0604030504040204" pitchFamily="34" charset="0"/>
                <a:cs typeface="Verdana" panose="020B0604030504040204" pitchFamily="34" charset="0"/>
              </a:rPr>
              <a:t>, … , </a:t>
            </a:r>
            <a:r>
              <a:rPr lang="en-US" dirty="0" err="1">
                <a:effectLst/>
                <a:latin typeface="+mj-lt"/>
                <a:ea typeface="Verdana" panose="020B0604030504040204" pitchFamily="34" charset="0"/>
                <a:cs typeface="Verdana" panose="020B0604030504040204" pitchFamily="34" charset="0"/>
              </a:rPr>
              <a:t>p</a:t>
            </a:r>
            <a:r>
              <a:rPr lang="en-US" baseline="-25000" dirty="0" err="1">
                <a:effectLst/>
                <a:latin typeface="+mj-lt"/>
                <a:ea typeface="Verdana" panose="020B0604030504040204" pitchFamily="34" charset="0"/>
                <a:cs typeface="Verdana" panose="020B0604030504040204" pitchFamily="34" charset="0"/>
              </a:rPr>
              <a:t>k</a:t>
            </a:r>
            <a:r>
              <a:rPr lang="en-US" dirty="0">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for each sub-problem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endPar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endParaRP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solution</a:t>
            </a:r>
            <a:r>
              <a:rPr lang="en-US" b="1" baseline="-25000" dirty="0">
                <a:effectLst>
                  <a:glow rad="228600">
                    <a:srgbClr val="FFC000">
                      <a:alpha val="40000"/>
                    </a:srgbClr>
                  </a:glow>
                </a:effectLst>
                <a:latin typeface="+mj-lt"/>
                <a:ea typeface="Verdana" panose="020B0604030504040204" pitchFamily="34" charset="0"/>
                <a:cs typeface="Verdana" panose="020B0604030504040204" pitchFamily="34" charset="0"/>
              </a:rPr>
              <a:t>s </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 solve (</a:t>
            </a:r>
            <a:r>
              <a:rPr lang="en-US" b="1" dirty="0" err="1">
                <a:effectLst>
                  <a:glow rad="228600">
                    <a:srgbClr val="FFC000">
                      <a:alpha val="40000"/>
                    </a:srgbClr>
                  </a:glow>
                </a:effectLst>
                <a:latin typeface="+mj-lt"/>
                <a:ea typeface="Verdana" panose="020B0604030504040204" pitchFamily="34" charset="0"/>
                <a:cs typeface="Verdana" panose="020B0604030504040204" pitchFamily="34" charset="0"/>
              </a:rPr>
              <a:t>p</a:t>
            </a:r>
            <a:r>
              <a:rPr lang="en-US" b="1" baseline="-25000" dirty="0" err="1">
                <a:effectLst>
                  <a:glow rad="228600">
                    <a:srgbClr val="FFC000">
                      <a:alpha val="40000"/>
                    </a:srgbClr>
                  </a:glow>
                </a:effectLst>
                <a:latin typeface="+mj-lt"/>
                <a:ea typeface="Verdana" panose="020B0604030504040204" pitchFamily="34" charset="0"/>
                <a:cs typeface="Verdana" panose="020B0604030504040204" pitchFamily="34" charset="0"/>
              </a:rPr>
              <a:t>s</a:t>
            </a:r>
            <a:r>
              <a:rPr lang="en-US" b="1" dirty="0">
                <a:effectLst>
                  <a:glow rad="228600">
                    <a:srgbClr val="FFC000">
                      <a:alpha val="40000"/>
                    </a:srgbClr>
                  </a:glow>
                </a:effectLst>
                <a:latin typeface="+mj-lt"/>
                <a:ea typeface="Verdana" panose="020B0604030504040204" pitchFamily="34" charset="0"/>
                <a:cs typeface="Verdana" panose="020B0604030504040204" pitchFamily="34" charset="0"/>
              </a:rPr>
              <a:t>);</a:t>
            </a:r>
          </a:p>
          <a:p>
            <a:pPr marL="2513013" lvl="5" indent="-87313">
              <a:lnSpc>
                <a:spcPct val="110000"/>
              </a:lnSpc>
              <a:buFontTx/>
              <a:buNone/>
              <a:defRPr/>
            </a:pPr>
            <a:r>
              <a:rPr lang="en-US" b="1" dirty="0">
                <a:latin typeface="+mj-lt"/>
                <a:ea typeface="Verdana" panose="020B0604030504040204" pitchFamily="34" charset="0"/>
                <a:cs typeface="Verdana" panose="020B0604030504040204" pitchFamily="34" charset="0"/>
              </a:rPr>
              <a:t>		</a:t>
            </a:r>
            <a:r>
              <a:rPr lang="en-US" b="1" dirty="0">
                <a:effectLst>
                  <a:glow rad="101600">
                    <a:srgbClr val="FFC000">
                      <a:alpha val="60000"/>
                    </a:srgbClr>
                  </a:glow>
                </a:effectLst>
                <a:latin typeface="+mj-lt"/>
                <a:ea typeface="Verdana" panose="020B0604030504040204" pitchFamily="34" charset="0"/>
                <a:cs typeface="Verdana" panose="020B0604030504040204" pitchFamily="34" charset="0"/>
              </a:rPr>
              <a:t>combine all solution</a:t>
            </a:r>
            <a:r>
              <a:rPr lang="en-US" b="1" baseline="-25000" dirty="0">
                <a:effectLst>
                  <a:glow rad="101600">
                    <a:srgbClr val="FFC000">
                      <a:alpha val="60000"/>
                    </a:srgbClr>
                  </a:glow>
                </a:effectLst>
                <a:latin typeface="+mj-lt"/>
                <a:ea typeface="Verdana" panose="020B0604030504040204" pitchFamily="34" charset="0"/>
                <a:cs typeface="Verdana" panose="020B0604030504040204" pitchFamily="34" charset="0"/>
              </a:rPr>
              <a:t>s</a:t>
            </a:r>
            <a:r>
              <a:rPr lang="en-US" b="1" dirty="0">
                <a:latin typeface="+mj-lt"/>
                <a:ea typeface="Verdana" panose="020B0604030504040204" pitchFamily="34" charset="0"/>
                <a:cs typeface="Verdana" panose="020B0604030504040204" pitchFamily="34" charset="0"/>
              </a:rPr>
              <a:t>;</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	}</a:t>
            </a:r>
          </a:p>
          <a:p>
            <a:pPr lvl="4" indent="-400050">
              <a:lnSpc>
                <a:spcPct val="110000"/>
              </a:lnSpc>
              <a:buFontTx/>
              <a:buNone/>
              <a:defRPr/>
            </a:pPr>
            <a:r>
              <a:rPr lang="en-US" dirty="0">
                <a:latin typeface="+mj-lt"/>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46833179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mph" presetSubtype="0" nodeType="clickEffect">
                                  <p:stCondLst>
                                    <p:cond delay="0"/>
                                  </p:stCondLst>
                                  <p:iterate type="lt">
                                    <p:tmAbs val="25"/>
                                  </p:iterate>
                                  <p:childTnLst>
                                    <p:set>
                                      <p:cBhvr override="childStyle">
                                        <p:cTn id="6" dur="indefinite"/>
                                        <p:tgtEl>
                                          <p:spTgt spid="29699">
                                            <p:txEl>
                                              <p:pRg st="9" end="9"/>
                                            </p:txEl>
                                          </p:spTgt>
                                        </p:tgtEl>
                                        <p:attrNameLst>
                                          <p:attrName>style.fontWeight</p:attrName>
                                        </p:attrNameLst>
                                      </p:cBhvr>
                                      <p:to>
                                        <p:strVal val="bol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5" name="Line 24"/>
          <p:cNvSpPr>
            <a:spLocks noChangeShapeType="1"/>
          </p:cNvSpPr>
          <p:nvPr/>
        </p:nvSpPr>
        <p:spPr bwMode="auto">
          <a:xfrm>
            <a:off x="2885379" y="3800477"/>
            <a:ext cx="0" cy="617080"/>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32787" name="Line 26"/>
          <p:cNvSpPr>
            <a:spLocks noChangeShapeType="1"/>
          </p:cNvSpPr>
          <p:nvPr/>
        </p:nvSpPr>
        <p:spPr bwMode="auto">
          <a:xfrm flipH="1">
            <a:off x="6642885" y="3896350"/>
            <a:ext cx="1" cy="438227"/>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32783" name="Oval 29"/>
          <p:cNvSpPr>
            <a:spLocks noChangeArrowheads="1"/>
          </p:cNvSpPr>
          <p:nvPr/>
        </p:nvSpPr>
        <p:spPr bwMode="auto">
          <a:xfrm>
            <a:off x="3605815" y="5692775"/>
            <a:ext cx="2193537" cy="708025"/>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dirty="0">
                <a:solidFill>
                  <a:schemeClr val="bg1"/>
                </a:solidFill>
              </a:rPr>
              <a:t>Final solution</a:t>
            </a:r>
          </a:p>
        </p:txBody>
      </p:sp>
      <p:sp>
        <p:nvSpPr>
          <p:cNvPr id="32780" name="Line 31"/>
          <p:cNvSpPr>
            <a:spLocks noChangeShapeType="1"/>
          </p:cNvSpPr>
          <p:nvPr/>
        </p:nvSpPr>
        <p:spPr bwMode="auto">
          <a:xfrm>
            <a:off x="2990996" y="5307828"/>
            <a:ext cx="627467" cy="726197"/>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32781" name="Line 32"/>
          <p:cNvSpPr>
            <a:spLocks noChangeShapeType="1"/>
          </p:cNvSpPr>
          <p:nvPr/>
        </p:nvSpPr>
        <p:spPr bwMode="auto">
          <a:xfrm flipH="1">
            <a:off x="4714406" y="5334649"/>
            <a:ext cx="0" cy="369888"/>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32782" name="Line 33"/>
          <p:cNvSpPr>
            <a:spLocks noChangeShapeType="1"/>
          </p:cNvSpPr>
          <p:nvPr/>
        </p:nvSpPr>
        <p:spPr bwMode="auto">
          <a:xfrm flipH="1">
            <a:off x="5799350" y="5334649"/>
            <a:ext cx="909989" cy="699376"/>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a:lstStyle/>
          <a:p>
            <a:endParaRPr lang="en-GB"/>
          </a:p>
        </p:txBody>
      </p:sp>
      <p:sp>
        <p:nvSpPr>
          <p:cNvPr id="7" name="Text Placeholder 6"/>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6" name="Rounded Rectangle 5"/>
          <p:cNvSpPr/>
          <p:nvPr/>
        </p:nvSpPr>
        <p:spPr>
          <a:xfrm>
            <a:off x="2475404" y="2997994"/>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t>
            </a:r>
            <a:r>
              <a:rPr lang="en-US" altLang="en-US" sz="1800" b="0" dirty="0">
                <a:solidFill>
                  <a:schemeClr val="tx1"/>
                </a:solidFill>
                <a:latin typeface="+mj-lt"/>
              </a:rPr>
              <a:t>/</a:t>
            </a:r>
            <a:r>
              <a:rPr lang="en-US" altLang="en-US" sz="1800" i="1" dirty="0">
                <a:solidFill>
                  <a:schemeClr val="tx1"/>
                </a:solidFill>
                <a:latin typeface="+mj-lt"/>
              </a:rPr>
              <a:t>a</a:t>
            </a:r>
          </a:p>
        </p:txBody>
      </p:sp>
      <p:sp>
        <p:nvSpPr>
          <p:cNvPr id="37" name="Rounded Rectangle 36"/>
          <p:cNvSpPr/>
          <p:nvPr/>
        </p:nvSpPr>
        <p:spPr>
          <a:xfrm>
            <a:off x="4265612" y="3048001"/>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a:t>
            </a:r>
          </a:p>
        </p:txBody>
      </p:sp>
      <p:sp>
        <p:nvSpPr>
          <p:cNvPr id="38" name="Rounded Rectangle 37"/>
          <p:cNvSpPr/>
          <p:nvPr/>
        </p:nvSpPr>
        <p:spPr>
          <a:xfrm>
            <a:off x="6185686" y="3067048"/>
            <a:ext cx="914400" cy="802481"/>
          </a:xfrm>
          <a:prstGeom prst="roundRect">
            <a:avLst/>
          </a:prstGeom>
          <a:solidFill>
            <a:schemeClr val="accent1">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i="1" dirty="0">
                <a:solidFill>
                  <a:schemeClr val="tx1"/>
                </a:solidFill>
                <a:latin typeface="+mj-lt"/>
              </a:rPr>
              <a:t>n/a</a:t>
            </a:r>
          </a:p>
        </p:txBody>
      </p:sp>
      <p:cxnSp>
        <p:nvCxnSpPr>
          <p:cNvPr id="13" name="Straight Arrow Connector 12"/>
          <p:cNvCxnSpPr>
            <a:stCxn id="5" idx="2"/>
          </p:cNvCxnSpPr>
          <p:nvPr/>
        </p:nvCxnSpPr>
        <p:spPr>
          <a:xfrm flipH="1">
            <a:off x="2836133" y="2278479"/>
            <a:ext cx="1866452" cy="719933"/>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3" name="Straight Arrow Connector 42"/>
          <p:cNvCxnSpPr>
            <a:stCxn id="5" idx="2"/>
            <a:endCxn id="37" idx="0"/>
          </p:cNvCxnSpPr>
          <p:nvPr/>
        </p:nvCxnSpPr>
        <p:spPr>
          <a:xfrm>
            <a:off x="4702585" y="2278479"/>
            <a:ext cx="20227" cy="769522"/>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cxnSp>
        <p:nvCxnSpPr>
          <p:cNvPr id="46" name="Straight Arrow Connector 45"/>
          <p:cNvCxnSpPr>
            <a:stCxn id="5" idx="2"/>
            <a:endCxn id="38" idx="0"/>
          </p:cNvCxnSpPr>
          <p:nvPr/>
        </p:nvCxnSpPr>
        <p:spPr>
          <a:xfrm>
            <a:off x="4702585" y="2278479"/>
            <a:ext cx="1940301" cy="788569"/>
          </a:xfrm>
          <a:prstGeom prst="straightConnector1">
            <a:avLst/>
          </a:prstGeom>
          <a:ln w="38100">
            <a:tailEnd type="triangle"/>
          </a:ln>
        </p:spPr>
        <p:style>
          <a:lnRef idx="2">
            <a:schemeClr val="dk1"/>
          </a:lnRef>
          <a:fillRef idx="0">
            <a:schemeClr val="dk1"/>
          </a:fillRef>
          <a:effectRef idx="1">
            <a:schemeClr val="dk1"/>
          </a:effectRef>
          <a:fontRef idx="minor">
            <a:schemeClr val="tx1"/>
          </a:fontRef>
        </p:style>
      </p:cxnSp>
      <p:sp>
        <p:nvSpPr>
          <p:cNvPr id="20" name="Oval 19"/>
          <p:cNvSpPr/>
          <p:nvPr/>
        </p:nvSpPr>
        <p:spPr>
          <a:xfrm>
            <a:off x="2410830" y="4417557"/>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1</a:t>
            </a:r>
          </a:p>
        </p:txBody>
      </p:sp>
      <p:sp>
        <p:nvSpPr>
          <p:cNvPr id="52" name="Oval 51"/>
          <p:cNvSpPr/>
          <p:nvPr/>
        </p:nvSpPr>
        <p:spPr>
          <a:xfrm>
            <a:off x="4228760" y="4387570"/>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2</a:t>
            </a:r>
          </a:p>
        </p:txBody>
      </p:sp>
      <p:sp>
        <p:nvSpPr>
          <p:cNvPr id="53" name="Oval 52"/>
          <p:cNvSpPr/>
          <p:nvPr/>
        </p:nvSpPr>
        <p:spPr>
          <a:xfrm>
            <a:off x="6169671" y="4361398"/>
            <a:ext cx="946430" cy="946430"/>
          </a:xfrm>
          <a:prstGeom prst="ellipse">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S</a:t>
            </a:r>
            <a:r>
              <a:rPr lang="en-GB" sz="2000" baseline="-25000" dirty="0"/>
              <a:t>a</a:t>
            </a:r>
          </a:p>
        </p:txBody>
      </p:sp>
      <p:sp>
        <p:nvSpPr>
          <p:cNvPr id="21" name="TextBox 20"/>
          <p:cNvSpPr txBox="1"/>
          <p:nvPr/>
        </p:nvSpPr>
        <p:spPr>
          <a:xfrm>
            <a:off x="5330242" y="3220912"/>
            <a:ext cx="958035" cy="494751"/>
          </a:xfrm>
          <a:prstGeom prst="rect">
            <a:avLst/>
          </a:prstGeom>
          <a:noFill/>
        </p:spPr>
        <p:txBody>
          <a:bodyPr wrap="square" rtlCol="0">
            <a:spAutoFit/>
          </a:bodyPr>
          <a:lstStyle/>
          <a:p>
            <a:r>
              <a:rPr lang="en-GB" sz="2400" dirty="0">
                <a:solidFill>
                  <a:schemeClr val="tx1"/>
                </a:solidFill>
              </a:rPr>
              <a:t>…</a:t>
            </a:r>
          </a:p>
        </p:txBody>
      </p:sp>
      <p:sp>
        <p:nvSpPr>
          <p:cNvPr id="55" name="TextBox 54"/>
          <p:cNvSpPr txBox="1"/>
          <p:nvPr/>
        </p:nvSpPr>
        <p:spPr>
          <a:xfrm>
            <a:off x="5332412" y="4512926"/>
            <a:ext cx="958035" cy="494751"/>
          </a:xfrm>
          <a:prstGeom prst="rect">
            <a:avLst/>
          </a:prstGeom>
          <a:noFill/>
        </p:spPr>
        <p:txBody>
          <a:bodyPr wrap="square" rtlCol="0">
            <a:spAutoFit/>
          </a:bodyPr>
          <a:lstStyle/>
          <a:p>
            <a:r>
              <a:rPr lang="en-GB" sz="2400" dirty="0">
                <a:solidFill>
                  <a:schemeClr val="tx1"/>
                </a:solidFill>
              </a:rPr>
              <a:t>…</a:t>
            </a:r>
          </a:p>
        </p:txBody>
      </p:sp>
      <p:sp>
        <p:nvSpPr>
          <p:cNvPr id="56" name="Line 24"/>
          <p:cNvSpPr>
            <a:spLocks noChangeShapeType="1"/>
          </p:cNvSpPr>
          <p:nvPr/>
        </p:nvSpPr>
        <p:spPr bwMode="auto">
          <a:xfrm>
            <a:off x="4733345" y="3886202"/>
            <a:ext cx="1898" cy="500719"/>
          </a:xfrm>
          <a:prstGeom prst="line">
            <a:avLst/>
          </a:prstGeom>
          <a:ln w="28575">
            <a:headEnd/>
            <a:tailEnd type="triangle" w="med" len="med"/>
          </a:ln>
        </p:spPr>
        <p:style>
          <a:lnRef idx="2">
            <a:schemeClr val="dk1"/>
          </a:lnRef>
          <a:fillRef idx="0">
            <a:schemeClr val="dk1"/>
          </a:fillRef>
          <a:effectRef idx="1">
            <a:schemeClr val="dk1"/>
          </a:effectRef>
          <a:fontRef idx="minor">
            <a:schemeClr val="tx1"/>
          </a:fontRef>
        </p:style>
        <p:txBody>
          <a:bodyPr/>
          <a:lstStyle/>
          <a:p>
            <a:endParaRPr lang="en-GB"/>
          </a:p>
        </p:txBody>
      </p:sp>
      <p:sp>
        <p:nvSpPr>
          <p:cNvPr id="2" name="Rectangle 1"/>
          <p:cNvSpPr/>
          <p:nvPr/>
        </p:nvSpPr>
        <p:spPr>
          <a:xfrm>
            <a:off x="2170604" y="2819400"/>
            <a:ext cx="5257800" cy="1313374"/>
          </a:xfrm>
          <a:prstGeom prst="rect">
            <a:avLst/>
          </a:prstGeom>
          <a:noFill/>
          <a:ln w="571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p:cNvSpPr txBox="1"/>
          <p:nvPr/>
        </p:nvSpPr>
        <p:spPr>
          <a:xfrm>
            <a:off x="7552321" y="4154505"/>
            <a:ext cx="1774845" cy="394147"/>
          </a:xfrm>
          <a:prstGeom prst="rect">
            <a:avLst/>
          </a:prstGeom>
          <a:solidFill>
            <a:srgbClr val="FFC000"/>
          </a:solidFill>
          <a:ln>
            <a:solidFill>
              <a:schemeClr val="tx1"/>
            </a:solidFill>
          </a:ln>
        </p:spPr>
        <p:txBody>
          <a:bodyPr wrap="none" rtlCol="0">
            <a:spAutoFit/>
          </a:bodyPr>
          <a:lstStyle/>
          <a:p>
            <a:r>
              <a:rPr lang="en-US" altLang="en-US" sz="1800" dirty="0">
                <a:solidFill>
                  <a:schemeClr val="tx1"/>
                </a:solidFill>
                <a:latin typeface="+mn-lt"/>
              </a:rPr>
              <a:t>sub-problems</a:t>
            </a:r>
          </a:p>
        </p:txBody>
      </p:sp>
      <p:cxnSp>
        <p:nvCxnSpPr>
          <p:cNvPr id="12" name="Straight Arrow Connector 11"/>
          <p:cNvCxnSpPr/>
          <p:nvPr/>
        </p:nvCxnSpPr>
        <p:spPr>
          <a:xfrm flipH="1" flipV="1">
            <a:off x="7428404" y="3581400"/>
            <a:ext cx="409975" cy="55137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 name="Rounded Rectangle 4"/>
          <p:cNvSpPr/>
          <p:nvPr/>
        </p:nvSpPr>
        <p:spPr>
          <a:xfrm>
            <a:off x="3304730" y="1389479"/>
            <a:ext cx="2795709" cy="889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en-US" sz="1800" b="0" dirty="0">
                <a:solidFill>
                  <a:schemeClr val="bg1"/>
                </a:solidFill>
              </a:rPr>
              <a:t>Problem of size </a:t>
            </a:r>
            <a:r>
              <a:rPr lang="en-US" altLang="en-US" sz="1800" i="1" dirty="0">
                <a:solidFill>
                  <a:schemeClr val="bg1"/>
                </a:solidFill>
              </a:rPr>
              <a:t>n</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up)">
                                      <p:cBhvr>
                                        <p:cTn id="7" dur="500"/>
                                        <p:tgtEl>
                                          <p:spTgt spid="46"/>
                                        </p:tgtEl>
                                      </p:cBhvr>
                                    </p:animEffect>
                                  </p:childTnLst>
                                </p:cTn>
                              </p:par>
                              <p:par>
                                <p:cTn id="8" presetID="22" presetClass="entr" presetSubtype="1" fill="hold"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wipe(up)">
                                      <p:cBhvr>
                                        <p:cTn id="10" dur="500"/>
                                        <p:tgtEl>
                                          <p:spTgt spid="43"/>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up)">
                                      <p:cBhvr>
                                        <p:cTn id="13" dur="500"/>
                                        <p:tgtEl>
                                          <p:spTgt spid="13"/>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up)">
                                      <p:cBhvr>
                                        <p:cTn id="18" dur="500"/>
                                        <p:tgtEl>
                                          <p:spTgt spid="6"/>
                                        </p:tgtEl>
                                      </p:cBhvr>
                                    </p:animEffect>
                                  </p:childTnLst>
                                </p:cTn>
                              </p:par>
                              <p:par>
                                <p:cTn id="19" presetID="22" presetClass="entr" presetSubtype="1"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animEffect transition="in" filter="wipe(up)">
                                      <p:cBhvr>
                                        <p:cTn id="21" dur="500"/>
                                        <p:tgtEl>
                                          <p:spTgt spid="37"/>
                                        </p:tgtEl>
                                      </p:cBhvr>
                                    </p:animEffect>
                                  </p:childTnLst>
                                </p:cTn>
                              </p:par>
                              <p:par>
                                <p:cTn id="22" presetID="22" presetClass="entr" presetSubtype="1" fill="hold" grpId="0" nodeType="withEffect">
                                  <p:stCondLst>
                                    <p:cond delay="0"/>
                                  </p:stCondLst>
                                  <p:childTnLst>
                                    <p:set>
                                      <p:cBhvr>
                                        <p:cTn id="23" dur="1" fill="hold">
                                          <p:stCondLst>
                                            <p:cond delay="0"/>
                                          </p:stCondLst>
                                        </p:cTn>
                                        <p:tgtEl>
                                          <p:spTgt spid="38"/>
                                        </p:tgtEl>
                                        <p:attrNameLst>
                                          <p:attrName>style.visibility</p:attrName>
                                        </p:attrNameLst>
                                      </p:cBhvr>
                                      <p:to>
                                        <p:strVal val="visible"/>
                                      </p:to>
                                    </p:set>
                                    <p:animEffect transition="in" filter="wipe(up)">
                                      <p:cBhvr>
                                        <p:cTn id="24" dur="500"/>
                                        <p:tgtEl>
                                          <p:spTgt spid="38"/>
                                        </p:tgtEl>
                                      </p:cBhvr>
                                    </p:animEffect>
                                  </p:childTnLst>
                                </p:cTn>
                              </p:par>
                              <p:par>
                                <p:cTn id="25" presetID="22" presetClass="entr" presetSubtype="1"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up)">
                                      <p:cBhvr>
                                        <p:cTn id="27" dur="5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par>
                          <p:cTn id="33" fill="hold">
                            <p:stCondLst>
                              <p:cond delay="500"/>
                            </p:stCondLst>
                            <p:childTnLst>
                              <p:par>
                                <p:cTn id="34" presetID="10" presetClass="entr" presetSubtype="0"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fade">
                                      <p:cBhvr>
                                        <p:cTn id="39" dur="5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1" fill="hold" grpId="0" nodeType="clickEffect">
                                  <p:stCondLst>
                                    <p:cond delay="0"/>
                                  </p:stCondLst>
                                  <p:childTnLst>
                                    <p:set>
                                      <p:cBhvr>
                                        <p:cTn id="43" dur="1" fill="hold">
                                          <p:stCondLst>
                                            <p:cond delay="0"/>
                                          </p:stCondLst>
                                        </p:cTn>
                                        <p:tgtEl>
                                          <p:spTgt spid="32785"/>
                                        </p:tgtEl>
                                        <p:attrNameLst>
                                          <p:attrName>style.visibility</p:attrName>
                                        </p:attrNameLst>
                                      </p:cBhvr>
                                      <p:to>
                                        <p:strVal val="visible"/>
                                      </p:to>
                                    </p:set>
                                    <p:animEffect transition="in" filter="wipe(up)">
                                      <p:cBhvr>
                                        <p:cTn id="44" dur="500"/>
                                        <p:tgtEl>
                                          <p:spTgt spid="32785"/>
                                        </p:tgtEl>
                                      </p:cBhvr>
                                    </p:animEffect>
                                  </p:childTnLst>
                                </p:cTn>
                              </p:par>
                              <p:par>
                                <p:cTn id="45" presetID="22" presetClass="entr" presetSubtype="1"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wipe(up)">
                                      <p:cBhvr>
                                        <p:cTn id="47" dur="500"/>
                                        <p:tgtEl>
                                          <p:spTgt spid="56"/>
                                        </p:tgtEl>
                                      </p:cBhvr>
                                    </p:animEffect>
                                  </p:childTnLst>
                                </p:cTn>
                              </p:par>
                              <p:par>
                                <p:cTn id="48" presetID="22" presetClass="entr" presetSubtype="1" fill="hold" grpId="0" nodeType="withEffect">
                                  <p:stCondLst>
                                    <p:cond delay="0"/>
                                  </p:stCondLst>
                                  <p:childTnLst>
                                    <p:set>
                                      <p:cBhvr>
                                        <p:cTn id="49" dur="1" fill="hold">
                                          <p:stCondLst>
                                            <p:cond delay="0"/>
                                          </p:stCondLst>
                                        </p:cTn>
                                        <p:tgtEl>
                                          <p:spTgt spid="32787"/>
                                        </p:tgtEl>
                                        <p:attrNameLst>
                                          <p:attrName>style.visibility</p:attrName>
                                        </p:attrNameLst>
                                      </p:cBhvr>
                                      <p:to>
                                        <p:strVal val="visible"/>
                                      </p:to>
                                    </p:set>
                                    <p:animEffect transition="in" filter="wipe(up)">
                                      <p:cBhvr>
                                        <p:cTn id="50" dur="500"/>
                                        <p:tgtEl>
                                          <p:spTgt spid="32787"/>
                                        </p:tgtEl>
                                      </p:cBhvr>
                                    </p:animEffect>
                                  </p:childTnLst>
                                </p:cTn>
                              </p:par>
                            </p:childTnLst>
                          </p:cTn>
                        </p:par>
                        <p:par>
                          <p:cTn id="51" fill="hold">
                            <p:stCondLst>
                              <p:cond delay="500"/>
                            </p:stCondLst>
                            <p:childTnLst>
                              <p:par>
                                <p:cTn id="52" presetID="22" presetClass="entr" presetSubtype="1" fill="hold" grpId="0" nodeType="after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wipe(up)">
                                      <p:cBhvr>
                                        <p:cTn id="54" dur="500"/>
                                        <p:tgtEl>
                                          <p:spTgt spid="20"/>
                                        </p:tgtEl>
                                      </p:cBhvr>
                                    </p:animEffect>
                                  </p:childTnLst>
                                </p:cTn>
                              </p:par>
                              <p:par>
                                <p:cTn id="55" presetID="22" presetClass="entr" presetSubtype="1"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wipe(up)">
                                      <p:cBhvr>
                                        <p:cTn id="57" dur="500"/>
                                        <p:tgtEl>
                                          <p:spTgt spid="52"/>
                                        </p:tgtEl>
                                      </p:cBhvr>
                                    </p:animEffect>
                                  </p:childTnLst>
                                </p:cTn>
                              </p:par>
                              <p:par>
                                <p:cTn id="58" presetID="22" presetClass="entr" presetSubtype="1" fill="hold" grpId="0" nodeType="withEffect">
                                  <p:stCondLst>
                                    <p:cond delay="0"/>
                                  </p:stCondLst>
                                  <p:childTnLst>
                                    <p:set>
                                      <p:cBhvr>
                                        <p:cTn id="59" dur="1" fill="hold">
                                          <p:stCondLst>
                                            <p:cond delay="0"/>
                                          </p:stCondLst>
                                        </p:cTn>
                                        <p:tgtEl>
                                          <p:spTgt spid="55"/>
                                        </p:tgtEl>
                                        <p:attrNameLst>
                                          <p:attrName>style.visibility</p:attrName>
                                        </p:attrNameLst>
                                      </p:cBhvr>
                                      <p:to>
                                        <p:strVal val="visible"/>
                                      </p:to>
                                    </p:set>
                                    <p:animEffect transition="in" filter="wipe(up)">
                                      <p:cBhvr>
                                        <p:cTn id="60" dur="500"/>
                                        <p:tgtEl>
                                          <p:spTgt spid="55"/>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wipe(up)">
                                      <p:cBhvr>
                                        <p:cTn id="63" dur="500"/>
                                        <p:tgtEl>
                                          <p:spTgt spid="53"/>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32780"/>
                                        </p:tgtEl>
                                        <p:attrNameLst>
                                          <p:attrName>style.visibility</p:attrName>
                                        </p:attrNameLst>
                                      </p:cBhvr>
                                      <p:to>
                                        <p:strVal val="visible"/>
                                      </p:to>
                                    </p:set>
                                    <p:animEffect transition="in" filter="wipe(up)">
                                      <p:cBhvr>
                                        <p:cTn id="68" dur="500"/>
                                        <p:tgtEl>
                                          <p:spTgt spid="32780"/>
                                        </p:tgtEl>
                                      </p:cBhvr>
                                    </p:animEffect>
                                  </p:childTnLst>
                                </p:cTn>
                              </p:par>
                              <p:par>
                                <p:cTn id="69" presetID="22" presetClass="entr" presetSubtype="1" fill="hold" grpId="0" nodeType="withEffect">
                                  <p:stCondLst>
                                    <p:cond delay="0"/>
                                  </p:stCondLst>
                                  <p:childTnLst>
                                    <p:set>
                                      <p:cBhvr>
                                        <p:cTn id="70" dur="1" fill="hold">
                                          <p:stCondLst>
                                            <p:cond delay="0"/>
                                          </p:stCondLst>
                                        </p:cTn>
                                        <p:tgtEl>
                                          <p:spTgt spid="32781"/>
                                        </p:tgtEl>
                                        <p:attrNameLst>
                                          <p:attrName>style.visibility</p:attrName>
                                        </p:attrNameLst>
                                      </p:cBhvr>
                                      <p:to>
                                        <p:strVal val="visible"/>
                                      </p:to>
                                    </p:set>
                                    <p:animEffect transition="in" filter="wipe(up)">
                                      <p:cBhvr>
                                        <p:cTn id="71" dur="500"/>
                                        <p:tgtEl>
                                          <p:spTgt spid="32781"/>
                                        </p:tgtEl>
                                      </p:cBhvr>
                                    </p:animEffect>
                                  </p:childTnLst>
                                </p:cTn>
                              </p:par>
                              <p:par>
                                <p:cTn id="72" presetID="22" presetClass="entr" presetSubtype="1" fill="hold" grpId="0" nodeType="withEffect">
                                  <p:stCondLst>
                                    <p:cond delay="0"/>
                                  </p:stCondLst>
                                  <p:childTnLst>
                                    <p:set>
                                      <p:cBhvr>
                                        <p:cTn id="73" dur="1" fill="hold">
                                          <p:stCondLst>
                                            <p:cond delay="0"/>
                                          </p:stCondLst>
                                        </p:cTn>
                                        <p:tgtEl>
                                          <p:spTgt spid="32782"/>
                                        </p:tgtEl>
                                        <p:attrNameLst>
                                          <p:attrName>style.visibility</p:attrName>
                                        </p:attrNameLst>
                                      </p:cBhvr>
                                      <p:to>
                                        <p:strVal val="visible"/>
                                      </p:to>
                                    </p:set>
                                    <p:animEffect transition="in" filter="wipe(up)">
                                      <p:cBhvr>
                                        <p:cTn id="74" dur="500"/>
                                        <p:tgtEl>
                                          <p:spTgt spid="32782"/>
                                        </p:tgtEl>
                                      </p:cBhvr>
                                    </p:animEffect>
                                  </p:childTnLst>
                                </p:cTn>
                              </p:par>
                            </p:childTnLst>
                          </p:cTn>
                        </p:par>
                        <p:par>
                          <p:cTn id="75" fill="hold">
                            <p:stCondLst>
                              <p:cond delay="500"/>
                            </p:stCondLst>
                            <p:childTnLst>
                              <p:par>
                                <p:cTn id="76" presetID="10" presetClass="entr" presetSubtype="0" fill="hold" grpId="0" nodeType="afterEffect">
                                  <p:stCondLst>
                                    <p:cond delay="0"/>
                                  </p:stCondLst>
                                  <p:childTnLst>
                                    <p:set>
                                      <p:cBhvr>
                                        <p:cTn id="77" dur="1" fill="hold">
                                          <p:stCondLst>
                                            <p:cond delay="0"/>
                                          </p:stCondLst>
                                        </p:cTn>
                                        <p:tgtEl>
                                          <p:spTgt spid="32783"/>
                                        </p:tgtEl>
                                        <p:attrNameLst>
                                          <p:attrName>style.visibility</p:attrName>
                                        </p:attrNameLst>
                                      </p:cBhvr>
                                      <p:to>
                                        <p:strVal val="visible"/>
                                      </p:to>
                                    </p:set>
                                    <p:animEffect transition="in" filter="fade">
                                      <p:cBhvr>
                                        <p:cTn id="78" dur="500"/>
                                        <p:tgtEl>
                                          <p:spTgt spid="32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85" grpId="0" animBg="1"/>
      <p:bldP spid="32787" grpId="0" animBg="1"/>
      <p:bldP spid="32783" grpId="0" animBg="1"/>
      <p:bldP spid="32780" grpId="0" animBg="1"/>
      <p:bldP spid="32781" grpId="0" animBg="1"/>
      <p:bldP spid="32782" grpId="0" animBg="1"/>
      <p:bldP spid="6" grpId="0" animBg="1"/>
      <p:bldP spid="37" grpId="0" animBg="1"/>
      <p:bldP spid="38" grpId="0" animBg="1"/>
      <p:bldP spid="20" grpId="0" animBg="1"/>
      <p:bldP spid="52" grpId="0" animBg="1"/>
      <p:bldP spid="53" grpId="0" animBg="1"/>
      <p:bldP spid="21" grpId="0"/>
      <p:bldP spid="55" grpId="0"/>
      <p:bldP spid="56" grpId="0" animBg="1"/>
      <p:bldP spid="2" grpId="0" animBg="1"/>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err="1"/>
              <a:t>Mergesort</a:t>
            </a:r>
            <a:r>
              <a:rPr lang="en-GB" dirty="0"/>
              <a:t> (Algorithm)</a:t>
            </a:r>
          </a:p>
        </p:txBody>
      </p:sp>
    </p:spTree>
    <p:extLst>
      <p:ext uri="{BB962C8B-B14F-4D97-AF65-F5344CB8AC3E}">
        <p14:creationId xmlns:p14="http://schemas.microsoft.com/office/powerpoint/2010/main" val="414452546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a:t>
            </a:r>
            <a:r>
              <a:rPr lang="en-US" altLang="en-US" b="1" dirty="0">
                <a:effectLst>
                  <a:glow rad="139700">
                    <a:srgbClr val="FFC000">
                      <a:alpha val="40000"/>
                    </a:srgbClr>
                  </a:glow>
                </a:effectLst>
                <a:latin typeface="Arial" panose="020B0604020202020204" pitchFamily="34" charset="0"/>
              </a:rPr>
              <a:t>list</a:t>
            </a:r>
            <a:r>
              <a:rPr lang="en-US" altLang="en-US" b="1" dirty="0">
                <a:latin typeface="Arial" panose="020B0604020202020204" pitchFamily="34" charset="0"/>
              </a:rPr>
              <a: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96292843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b="1" dirty="0">
                <a:effectLst>
                  <a:glow rad="139700">
                    <a:srgbClr val="FFC000">
                      <a:alpha val="40000"/>
                    </a:srgbClr>
                  </a:glow>
                </a:effectLst>
                <a:latin typeface="Arial" panose="020B060402020202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40415171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b="1" dirty="0">
                <a:effectLst>
                  <a:glow rad="139700">
                    <a:srgbClr val="FFC000">
                      <a:alpha val="40000"/>
                    </a:srgbClr>
                  </a:glow>
                </a:effectLst>
                <a:latin typeface="Arial" panose="020B060402020202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b="1" dirty="0">
                <a:effectLst>
                  <a:glow rad="139700">
                    <a:srgbClr val="FFC000">
                      <a:alpha val="40000"/>
                    </a:srgbClr>
                  </a:glow>
                </a:effectLst>
                <a:latin typeface="Arial" panose="020B0604020202020204" pitchFamily="34" charset="0"/>
              </a:rPr>
              <a:t>Partition list into two (approx.) equal sized </a:t>
            </a:r>
          </a:p>
          <a:p>
            <a:pPr marL="1157288" lvl="2" indent="-803275">
              <a:lnSpc>
                <a:spcPct val="120000"/>
              </a:lnSpc>
              <a:buFontTx/>
              <a:buNone/>
            </a:pPr>
            <a:r>
              <a:rPr lang="en-US" altLang="en-US" b="1" dirty="0">
                <a:effectLst>
                  <a:glow rad="139700">
                    <a:srgbClr val="FFC000">
                      <a:alpha val="40000"/>
                    </a:srgbClr>
                  </a:glow>
                </a:effectLst>
                <a:latin typeface="Arial" panose="020B060402020202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5338653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b="1" dirty="0" err="1">
                <a:effectLst>
                  <a:glow rad="139700">
                    <a:srgbClr val="FFC000">
                      <a:alpha val="40000"/>
                    </a:srgbClr>
                  </a:glow>
                </a:effectLst>
                <a:latin typeface="Arial" panose="020B0604020202020204" pitchFamily="34" charset="0"/>
              </a:rPr>
              <a:t>mergeSort</a:t>
            </a:r>
            <a:r>
              <a:rPr lang="en-US" altLang="en-US" b="1" dirty="0">
                <a:effectLst>
                  <a:glow rad="139700">
                    <a:srgbClr val="FFC000">
                      <a:alpha val="40000"/>
                    </a:srgbClr>
                  </a:glow>
                </a:effectLst>
                <a:latin typeface="Arial" panose="020B0604020202020204" pitchFamily="34" charset="0"/>
              </a:rPr>
              <a:t> (L1);</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cxnSp>
        <p:nvCxnSpPr>
          <p:cNvPr id="7" name="Curved Connector 6"/>
          <p:cNvCxnSpPr/>
          <p:nvPr/>
        </p:nvCxnSpPr>
        <p:spPr>
          <a:xfrm rot="16200000" flipV="1">
            <a:off x="519906" y="2221707"/>
            <a:ext cx="2005013" cy="1371600"/>
          </a:xfrm>
          <a:prstGeom prst="curvedConnector3">
            <a:avLst>
              <a:gd name="adj1" fmla="val 152"/>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665884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b="1" dirty="0" err="1">
                <a:effectLst>
                  <a:glow rad="139700">
                    <a:srgbClr val="FFC000">
                      <a:alpha val="40000"/>
                    </a:srgbClr>
                  </a:glow>
                </a:effectLst>
                <a:latin typeface="Arial" panose="020B0604020202020204" pitchFamily="34" charset="0"/>
              </a:rPr>
              <a:t>mergeSort</a:t>
            </a:r>
            <a:r>
              <a:rPr lang="en-US" altLang="en-US" b="1" dirty="0">
                <a:effectLst>
                  <a:glow rad="139700">
                    <a:srgbClr val="FFC000">
                      <a:alpha val="40000"/>
                    </a:srgbClr>
                  </a:glow>
                </a:effectLst>
                <a:latin typeface="Arial" panose="020B0604020202020204" pitchFamily="34" charset="0"/>
              </a:rPr>
              <a:t>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cxnSp>
        <p:nvCxnSpPr>
          <p:cNvPr id="6" name="Curved Connector 5"/>
          <p:cNvCxnSpPr/>
          <p:nvPr/>
        </p:nvCxnSpPr>
        <p:spPr>
          <a:xfrm rot="16200000" flipV="1">
            <a:off x="265112" y="2400300"/>
            <a:ext cx="2438400" cy="1447800"/>
          </a:xfrm>
          <a:prstGeom prst="curvedConnector3">
            <a:avLst>
              <a:gd name="adj1" fmla="val -145"/>
            </a:avLst>
          </a:prstGeom>
          <a:ln>
            <a:solidFill>
              <a:srgbClr val="CC66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486502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b="1" dirty="0">
                <a:effectLst>
                  <a:glow rad="139700">
                    <a:srgbClr val="FFC000">
                      <a:alpha val="40000"/>
                    </a:srgbClr>
                  </a:glow>
                </a:effectLst>
                <a:latin typeface="Arial" panose="020B0604020202020204" pitchFamily="34" charset="0"/>
              </a:rPr>
              <a:t>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11951985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a:t>
            </a:r>
          </a:p>
        </p:txBody>
      </p:sp>
      <p:sp>
        <p:nvSpPr>
          <p:cNvPr id="33795" name="Rectangle 3"/>
          <p:cNvSpPr>
            <a:spLocks noGrp="1" noChangeArrowheads="1"/>
          </p:cNvSpPr>
          <p:nvPr>
            <p:ph sz="quarter" idx="17"/>
          </p:nvPr>
        </p:nvSpPr>
        <p:spPr>
          <a:xfrm>
            <a:off x="366617" y="1471613"/>
            <a:ext cx="9041068" cy="3987800"/>
          </a:xfrm>
        </p:spPr>
        <p:txBody>
          <a:bodyPr/>
          <a:lstStyle/>
          <a:p>
            <a:pPr marL="1157288" lvl="2" indent="-803275">
              <a:lnSpc>
                <a:spcPct val="120000"/>
              </a:lnSpc>
              <a:buFontTx/>
              <a:buNone/>
            </a:pPr>
            <a:r>
              <a:rPr lang="en-US" altLang="en-US" b="1" dirty="0" err="1">
                <a:latin typeface="Arial" panose="020B0604020202020204" pitchFamily="34" charset="0"/>
              </a:rPr>
              <a:t>mergeSort</a:t>
            </a:r>
            <a:r>
              <a:rPr lang="en-US" altLang="en-US" b="1" dirty="0">
                <a:latin typeface="Arial" panose="020B0604020202020204" pitchFamily="34" charset="0"/>
              </a:rPr>
              <a:t>(list) {</a:t>
            </a:r>
          </a:p>
          <a:p>
            <a:pPr marL="1157288" lvl="2" indent="-803275">
              <a:lnSpc>
                <a:spcPct val="120000"/>
              </a:lnSpc>
              <a:buFontTx/>
              <a:buNone/>
            </a:pPr>
            <a:r>
              <a:rPr lang="en-US" altLang="en-US" b="1" dirty="0">
                <a:latin typeface="Arial" panose="020B0604020202020204" pitchFamily="34" charset="0"/>
              </a:rPr>
              <a:t>	</a:t>
            </a:r>
            <a:r>
              <a:rPr lang="en-US" altLang="en-US" b="1" dirty="0"/>
              <a:t> </a:t>
            </a:r>
            <a:r>
              <a:rPr lang="en-US" altLang="en-US" dirty="0">
                <a:ea typeface="Verdana" panose="020B0604030504040204" pitchFamily="34" charset="0"/>
                <a:cs typeface="Verdana" panose="020B0604030504040204" pitchFamily="34" charset="0"/>
              </a:rPr>
              <a:t>if (length of list &gt; 1)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Partition list into two (approx.) equal sized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lists,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(L1);</a:t>
            </a:r>
          </a:p>
          <a:p>
            <a:pPr marL="1157288" lvl="2" indent="-803275">
              <a:lnSpc>
                <a:spcPct val="120000"/>
              </a:lnSpc>
              <a:buNone/>
            </a:pPr>
            <a:r>
              <a:rPr lang="en-US" altLang="en-US" dirty="0">
                <a:ea typeface="Verdana" panose="020B0604030504040204" pitchFamily="34" charset="0"/>
                <a:cs typeface="Verdana" panose="020B0604030504040204" pitchFamily="34" charset="0"/>
              </a:rPr>
              <a:t>		</a:t>
            </a:r>
            <a:r>
              <a:rPr lang="en-US" altLang="en-US" dirty="0" err="1">
                <a:ea typeface="Verdana" panose="020B0604030504040204" pitchFamily="34" charset="0"/>
                <a:cs typeface="Verdana" panose="020B0604030504040204" pitchFamily="34" charset="0"/>
              </a:rPr>
              <a:t>mergeSort</a:t>
            </a:r>
            <a:r>
              <a:rPr lang="en-US" altLang="en-US" dirty="0">
                <a:ea typeface="Verdana" panose="020B0604030504040204" pitchFamily="34" charset="0"/>
                <a:cs typeface="Verdana" panose="020B0604030504040204" pitchFamily="34" charset="0"/>
              </a:rPr>
              <a:t> (L2);</a:t>
            </a:r>
          </a:p>
          <a:p>
            <a:pPr marL="1157288" lvl="2" indent="-803275">
              <a:lnSpc>
                <a:spcPct val="120000"/>
              </a:lnSpc>
              <a:buNone/>
            </a:pPr>
            <a:r>
              <a:rPr lang="en-US" altLang="en-US" dirty="0">
                <a:ea typeface="Verdana" panose="020B0604030504040204" pitchFamily="34" charset="0"/>
                <a:cs typeface="Verdana" panose="020B0604030504040204" pitchFamily="34" charset="0"/>
              </a:rPr>
              <a:t>		merge the sorted L1 &amp; L2;</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	  }</a:t>
            </a:r>
          </a:p>
          <a:p>
            <a:pPr marL="1157288" lvl="2" indent="-803275">
              <a:lnSpc>
                <a:spcPct val="120000"/>
              </a:lnSpc>
              <a:buFontTx/>
              <a:buNone/>
            </a:pPr>
            <a:r>
              <a:rPr lang="en-US" altLang="en-US" dirty="0">
                <a:ea typeface="Verdana" panose="020B0604030504040204" pitchFamily="34" charset="0"/>
                <a:cs typeface="Verdana" panose="020B0604030504040204" pitchFamily="34" charset="0"/>
              </a:rPr>
              <a:t>}</a:t>
            </a:r>
          </a:p>
        </p:txBody>
      </p:sp>
    </p:spTree>
    <p:extLst>
      <p:ext uri="{BB962C8B-B14F-4D97-AF65-F5344CB8AC3E}">
        <p14:creationId xmlns:p14="http://schemas.microsoft.com/office/powerpoint/2010/main" val="57933512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33795">
                                            <p:txEl>
                                              <p:pRg st="6" end="6"/>
                                            </p:txEl>
                                          </p:spTgt>
                                        </p:tgtEl>
                                      </p:cBhvr>
                                    </p:animEffect>
                                    <p:animScale>
                                      <p:cBhvr>
                                        <p:cTn id="7" dur="250" autoRev="1" fill="hold"/>
                                        <p:tgtEl>
                                          <p:spTgt spid="33795">
                                            <p:txEl>
                                              <p:pRg st="6" end="6"/>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err="1"/>
              <a:t>Mergesort</a:t>
            </a:r>
            <a:endParaRPr lang="en-GB" dirty="0"/>
          </a:p>
          <a:p>
            <a:r>
              <a:rPr lang="en-GB" dirty="0"/>
              <a:t>(Overview of Pseudo Code)</a:t>
            </a:r>
          </a:p>
        </p:txBody>
      </p:sp>
    </p:spTree>
    <p:extLst>
      <p:ext uri="{BB962C8B-B14F-4D97-AF65-F5344CB8AC3E}">
        <p14:creationId xmlns:p14="http://schemas.microsoft.com/office/powerpoint/2010/main" val="3643274370"/>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graphicFrame>
        <p:nvGraphicFramePr>
          <p:cNvPr id="2" name="Table 1"/>
          <p:cNvGraphicFramePr>
            <a:graphicFrameLocks noGrp="1"/>
          </p:cNvGraphicFramePr>
          <p:nvPr>
            <p:extLst>
              <p:ext uri="{D42A27DB-BD31-4B8C-83A1-F6EECF244321}">
                <p14:modId xmlns:p14="http://schemas.microsoft.com/office/powerpoint/2010/main" val="3248731005"/>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solidFill>
                            <a:schemeClr val="tx1"/>
                          </a:solidFill>
                        </a:rPr>
                        <a:t>5</a:t>
                      </a:r>
                    </a:p>
                  </a:txBody>
                  <a:tcPr anchor="ctr">
                    <a:solidFill>
                      <a:schemeClr val="accent1">
                        <a:lumMod val="90000"/>
                      </a:schemeClr>
                    </a:solidFill>
                  </a:tcPr>
                </a:tc>
                <a:tc>
                  <a:txBody>
                    <a:bodyPr/>
                    <a:lstStyle/>
                    <a:p>
                      <a:pPr algn="ctr"/>
                      <a:r>
                        <a:rPr lang="en-GB" dirty="0">
                          <a:solidFill>
                            <a:schemeClr val="tx1"/>
                          </a:solidFill>
                        </a:rPr>
                        <a:t>4</a:t>
                      </a:r>
                    </a:p>
                  </a:txBody>
                  <a:tcPr anchor="ctr">
                    <a:solidFill>
                      <a:schemeClr val="accent1">
                        <a:lumMod val="90000"/>
                      </a:schemeClr>
                    </a:solidFill>
                  </a:tcPr>
                </a:tc>
                <a:tc>
                  <a:txBody>
                    <a:bodyPr/>
                    <a:lstStyle/>
                    <a:p>
                      <a:pPr algn="ctr"/>
                      <a:r>
                        <a:rPr lang="en-GB" dirty="0">
                          <a:solidFill>
                            <a:schemeClr val="tx1"/>
                          </a:solidFill>
                        </a:rPr>
                        <a:t>3</a:t>
                      </a:r>
                    </a:p>
                  </a:txBody>
                  <a:tcPr anchor="ctr">
                    <a:solidFill>
                      <a:schemeClr val="accent1">
                        <a:lumMod val="90000"/>
                      </a:schemeClr>
                    </a:solidFill>
                  </a:tcPr>
                </a:tc>
                <a:tc>
                  <a:txBody>
                    <a:bodyPr/>
                    <a:lstStyle/>
                    <a:p>
                      <a:pPr algn="ctr"/>
                      <a:r>
                        <a:rPr lang="en-GB" dirty="0">
                          <a:solidFill>
                            <a:schemeClr val="tx1"/>
                          </a:solidFill>
                        </a:rPr>
                        <a:t>7</a:t>
                      </a:r>
                    </a:p>
                  </a:txBody>
                  <a:tcPr anchor="ctr">
                    <a:solidFill>
                      <a:schemeClr val="accent1">
                        <a:lumMod val="90000"/>
                      </a:schemeClr>
                    </a:solidFill>
                  </a:tcPr>
                </a:tc>
                <a:tc>
                  <a:txBody>
                    <a:bodyPr/>
                    <a:lstStyle/>
                    <a:p>
                      <a:pPr algn="ctr"/>
                      <a:r>
                        <a:rPr lang="en-GB" dirty="0">
                          <a:solidFill>
                            <a:schemeClr val="tx1"/>
                          </a:solidFill>
                        </a:rPr>
                        <a:t>6</a:t>
                      </a:r>
                    </a:p>
                  </a:txBody>
                  <a:tcPr anchor="ctr">
                    <a:solidFill>
                      <a:schemeClr val="accent1">
                        <a:lumMod val="90000"/>
                      </a:schemeClr>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aphicFrame>
        <p:nvGraphicFramePr>
          <p:cNvPr id="2" name="Table 1"/>
          <p:cNvGraphicFramePr>
            <a:graphicFrameLocks noGrp="1"/>
          </p:cNvGraphicFramePr>
          <p:nvPr>
            <p:extLst>
              <p:ext uri="{D42A27DB-BD31-4B8C-83A1-F6EECF244321}">
                <p14:modId xmlns:p14="http://schemas.microsoft.com/office/powerpoint/2010/main" val="2104413158"/>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solidFill>
                            <a:schemeClr val="tx1"/>
                          </a:solidFill>
                        </a:rPr>
                        <a:t>3</a:t>
                      </a:r>
                    </a:p>
                  </a:txBody>
                  <a:tcPr anchor="ctr">
                    <a:solidFill>
                      <a:schemeClr val="accent1">
                        <a:lumMod val="9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40703376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b="1" dirty="0" err="1">
                <a:effectLst>
                  <a:glow rad="101600">
                    <a:srgbClr val="FFC000">
                      <a:alpha val="60000"/>
                    </a:srgbClr>
                  </a:glow>
                </a:effectLst>
              </a:rPr>
              <a:t>int</a:t>
            </a:r>
            <a:r>
              <a:rPr lang="en-US" altLang="en-US" sz="2400" b="1" dirty="0">
                <a:effectLst>
                  <a:glow rad="101600">
                    <a:srgbClr val="FFC000">
                      <a:alpha val="60000"/>
                    </a:srgbClr>
                  </a:glow>
                </a:effectLst>
              </a:rPr>
              <a:t> mid = (</a:t>
            </a:r>
            <a:r>
              <a:rPr lang="en-US" altLang="en-US" sz="2400" b="1" dirty="0" err="1">
                <a:effectLst>
                  <a:glow rad="101600">
                    <a:srgbClr val="FFC000">
                      <a:alpha val="60000"/>
                    </a:srgbClr>
                  </a:glow>
                </a:effectLst>
              </a:rPr>
              <a:t>n+m</a:t>
            </a:r>
            <a:r>
              <a:rPr lang="en-US" altLang="en-US" sz="2400" b="1" dirty="0">
                <a:effectLst>
                  <a:glow rad="101600">
                    <a:srgbClr val="FFC000">
                      <a:alpha val="60000"/>
                    </a:srgbClr>
                  </a:glow>
                </a:effectLst>
              </a:rPr>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784049259"/>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solidFill>
                            <a:schemeClr val="bg1"/>
                          </a:solidFill>
                        </a:rPr>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840877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b="1" dirty="0">
                <a:effectLst>
                  <a:glow rad="101600">
                    <a:srgbClr val="FFC000">
                      <a:alpha val="60000"/>
                    </a:srgbClr>
                  </a:glow>
                </a:effectLst>
              </a:rPr>
              <a:t>    if (m-n &lt;= 0) </a:t>
            </a:r>
          </a:p>
          <a:p>
            <a:pPr>
              <a:lnSpc>
                <a:spcPct val="110000"/>
              </a:lnSpc>
              <a:buFont typeface="Monotype Sorts" pitchFamily="2" charset="2"/>
              <a:buNone/>
            </a:pPr>
            <a:r>
              <a:rPr lang="en-US" altLang="en-US" sz="2400" b="1" dirty="0">
                <a:effectLst>
                  <a:glow rad="101600">
                    <a:srgbClr val="FFC000">
                      <a:alpha val="60000"/>
                    </a:srgbClr>
                  </a:glow>
                </a:effectLst>
              </a:rPr>
              <a:t>    		return;</a:t>
            </a:r>
          </a:p>
          <a:p>
            <a:pPr>
              <a:lnSpc>
                <a:spcPct val="110000"/>
              </a:lnSpc>
              <a:buFont typeface="Monotype Sorts" pitchFamily="2" charset="2"/>
              <a:buNone/>
            </a:pPr>
            <a:r>
              <a:rPr lang="en-US" altLang="en-US" sz="2400" dirty="0"/>
              <a:t>    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844556461"/>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5" name="Rectangle 4"/>
          <p:cNvSpPr/>
          <p:nvPr/>
        </p:nvSpPr>
        <p:spPr>
          <a:xfrm>
            <a:off x="5103424" y="4020722"/>
            <a:ext cx="1524776" cy="427746"/>
          </a:xfrm>
          <a:prstGeom prst="rect">
            <a:avLst/>
          </a:prstGeom>
        </p:spPr>
        <p:txBody>
          <a:bodyPr wrap="none">
            <a:spAutoFit/>
          </a:bodyPr>
          <a:lstStyle/>
          <a:p>
            <a:r>
              <a:rPr lang="en-US" altLang="en-US" sz="2000" dirty="0">
                <a:solidFill>
                  <a:srgbClr val="C00000"/>
                </a:solidFill>
              </a:rPr>
              <a:t> </a:t>
            </a:r>
            <a:r>
              <a:rPr lang="en-US" altLang="en-US" sz="2000" dirty="0">
                <a:solidFill>
                  <a:srgbClr val="C00000"/>
                </a:solidFill>
                <a:effectLst/>
              </a:rPr>
              <a:t>if </a:t>
            </a:r>
            <a:r>
              <a:rPr lang="en-US" altLang="en-US" sz="2000" dirty="0">
                <a:solidFill>
                  <a:srgbClr val="C00000"/>
                </a:solidFill>
              </a:rPr>
              <a:t>m-n = 0, </a:t>
            </a:r>
            <a:endParaRPr lang="en-GB" sz="2000" dirty="0">
              <a:solidFill>
                <a:srgbClr val="C00000"/>
              </a:solidFill>
              <a:effectLst/>
            </a:endParaRPr>
          </a:p>
        </p:txBody>
      </p:sp>
      <p:graphicFrame>
        <p:nvGraphicFramePr>
          <p:cNvPr id="14" name="Table 13"/>
          <p:cNvGraphicFramePr>
            <a:graphicFrameLocks noGrp="1"/>
          </p:cNvGraphicFramePr>
          <p:nvPr>
            <p:extLst>
              <p:ext uri="{D42A27DB-BD31-4B8C-83A1-F6EECF244321}">
                <p14:modId xmlns:p14="http://schemas.microsoft.com/office/powerpoint/2010/main" val="2073940121"/>
              </p:ext>
            </p:extLst>
          </p:nvPr>
        </p:nvGraphicFramePr>
        <p:xfrm>
          <a:off x="6633098" y="3959289"/>
          <a:ext cx="807413"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tblGrid>
              <a:tr h="624807">
                <a:tc>
                  <a:txBody>
                    <a:bodyPr/>
                    <a:lstStyle/>
                    <a:p>
                      <a:pPr algn="ctr"/>
                      <a:r>
                        <a:rPr lang="en-GB" b="1"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50000"/>
                      </a:schemeClr>
                    </a:solidFill>
                  </a:tcPr>
                </a:tc>
                <a:extLst>
                  <a:ext uri="{0D108BD9-81ED-4DB2-BD59-A6C34878D82A}">
                    <a16:rowId xmlns:a16="http://schemas.microsoft.com/office/drawing/2014/main" val="10000"/>
                  </a:ext>
                </a:extLst>
              </a:tr>
            </a:tbl>
          </a:graphicData>
        </a:graphic>
      </p:graphicFrame>
      <p:sp>
        <p:nvSpPr>
          <p:cNvPr id="6" name="Rectangle 5"/>
          <p:cNvSpPr/>
          <p:nvPr/>
        </p:nvSpPr>
        <p:spPr>
          <a:xfrm>
            <a:off x="6706247" y="4608318"/>
            <a:ext cx="728084" cy="387798"/>
          </a:xfrm>
          <a:prstGeom prst="rect">
            <a:avLst/>
          </a:prstGeom>
        </p:spPr>
        <p:txBody>
          <a:bodyPr wrap="none">
            <a:spAutoFit/>
          </a:bodyPr>
          <a:lstStyle/>
          <a:p>
            <a:r>
              <a:rPr lang="en-US" altLang="en-US" dirty="0">
                <a:solidFill>
                  <a:schemeClr val="tx1"/>
                </a:solidFill>
              </a:rPr>
              <a:t>m = n</a:t>
            </a:r>
            <a:endParaRPr lang="en-GB" dirty="0">
              <a:solidFill>
                <a:schemeClr val="tx1"/>
              </a:solidFill>
            </a:endParaRPr>
          </a:p>
        </p:txBody>
      </p:sp>
      <p:sp>
        <p:nvSpPr>
          <p:cNvPr id="17" name="Rectangle 16"/>
          <p:cNvSpPr/>
          <p:nvPr/>
        </p:nvSpPr>
        <p:spPr>
          <a:xfrm>
            <a:off x="6475412" y="5159685"/>
            <a:ext cx="1370888" cy="387798"/>
          </a:xfrm>
          <a:prstGeom prst="rect">
            <a:avLst/>
          </a:prstGeom>
        </p:spPr>
        <p:txBody>
          <a:bodyPr wrap="none">
            <a:spAutoFit/>
          </a:bodyPr>
          <a:lstStyle/>
          <a:p>
            <a:r>
              <a:rPr lang="en-US" altLang="en-US" dirty="0">
                <a:solidFill>
                  <a:schemeClr val="tx1"/>
                </a:solidFill>
              </a:rPr>
              <a:t>Empty array</a:t>
            </a:r>
            <a:endParaRPr lang="en-GB" dirty="0">
              <a:solidFill>
                <a:schemeClr val="tx1"/>
              </a:solidFill>
            </a:endParaRPr>
          </a:p>
        </p:txBody>
      </p:sp>
      <p:sp>
        <p:nvSpPr>
          <p:cNvPr id="18" name="Rectangle 17"/>
          <p:cNvSpPr/>
          <p:nvPr/>
        </p:nvSpPr>
        <p:spPr>
          <a:xfrm>
            <a:off x="5103424" y="5122752"/>
            <a:ext cx="1524776" cy="461665"/>
          </a:xfrm>
          <a:prstGeom prst="rect">
            <a:avLst/>
          </a:prstGeom>
        </p:spPr>
        <p:txBody>
          <a:bodyPr wrap="none">
            <a:spAutoFit/>
          </a:bodyPr>
          <a:lstStyle/>
          <a:p>
            <a:r>
              <a:rPr lang="en-US" altLang="en-US" sz="2000" dirty="0">
                <a:solidFill>
                  <a:srgbClr val="C00000"/>
                </a:solidFill>
              </a:rPr>
              <a:t> </a:t>
            </a:r>
            <a:r>
              <a:rPr lang="en-US" altLang="en-US" sz="2000" dirty="0">
                <a:solidFill>
                  <a:srgbClr val="C00000"/>
                </a:solidFill>
                <a:effectLst/>
              </a:rPr>
              <a:t>if </a:t>
            </a:r>
            <a:r>
              <a:rPr lang="en-US" altLang="en-US" sz="2000" dirty="0">
                <a:solidFill>
                  <a:srgbClr val="C00000"/>
                </a:solidFill>
              </a:rPr>
              <a:t>m-n &lt; 0, </a:t>
            </a:r>
            <a:endParaRPr lang="en-GB" sz="2000" dirty="0">
              <a:solidFill>
                <a:srgbClr val="C00000"/>
              </a:solidFill>
              <a:effectLst/>
            </a:endParaRPr>
          </a:p>
        </p:txBody>
      </p:sp>
      <p:graphicFrame>
        <p:nvGraphicFramePr>
          <p:cNvPr id="19" name="Table 18"/>
          <p:cNvGraphicFramePr>
            <a:graphicFrameLocks noGrp="1"/>
          </p:cNvGraphicFramePr>
          <p:nvPr>
            <p:extLst>
              <p:ext uri="{D42A27DB-BD31-4B8C-83A1-F6EECF244321}">
                <p14:modId xmlns:p14="http://schemas.microsoft.com/office/powerpoint/2010/main" val="1881735487"/>
              </p:ext>
            </p:extLst>
          </p:nvPr>
        </p:nvGraphicFramePr>
        <p:xfrm>
          <a:off x="7889832" y="4991840"/>
          <a:ext cx="807413"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tblGrid>
              <a:tr h="624807">
                <a:tc>
                  <a:txBody>
                    <a:bodyPr/>
                    <a:lstStyle/>
                    <a:p>
                      <a:pPr algn="ctr"/>
                      <a:endParaRPr lang="en-GB" b="1"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13012495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0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7" grpId="0"/>
      <p:bldP spid="1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34819" name="Rectangle 3"/>
          <p:cNvSpPr>
            <a:spLocks noGrp="1" noChangeArrowheads="1"/>
          </p:cNvSpPr>
          <p:nvPr>
            <p:ph sz="quarter" idx="17"/>
          </p:nvPr>
        </p:nvSpPr>
        <p:spPr>
          <a:xfrm>
            <a:off x="647541" y="1435100"/>
            <a:ext cx="4564221" cy="3987800"/>
          </a:xfrm>
        </p:spPr>
        <p:txBody>
          <a:bodyPr/>
          <a:lstStyle/>
          <a:p>
            <a:pPr>
              <a:lnSpc>
                <a:spcPct val="110000"/>
              </a:lnSpc>
              <a:buFont typeface="Monotype Sorts" pitchFamily="2" charset="2"/>
              <a:buNone/>
            </a:pPr>
            <a:r>
              <a:rPr lang="en-US" altLang="en-US" sz="2400" b="1" dirty="0"/>
              <a:t>void </a:t>
            </a:r>
            <a:r>
              <a:rPr lang="en-US" altLang="en-US" sz="2400" b="1" dirty="0" err="1"/>
              <a:t>mergesort</a:t>
            </a:r>
            <a:r>
              <a:rPr lang="en-US" altLang="en-US" sz="2400" b="1" dirty="0"/>
              <a:t>(</a:t>
            </a:r>
            <a:r>
              <a:rPr lang="en-US" altLang="en-US" sz="2400" b="1" dirty="0" err="1"/>
              <a:t>int</a:t>
            </a:r>
            <a:r>
              <a:rPr lang="en-US" altLang="en-US" sz="2400" b="1" dirty="0"/>
              <a:t> n, </a:t>
            </a:r>
            <a:r>
              <a:rPr lang="en-US" altLang="en-US" sz="2400" b="1" dirty="0" err="1"/>
              <a:t>int</a:t>
            </a:r>
            <a:r>
              <a:rPr lang="en-US" altLang="en-US" sz="2400" b="1" dirty="0"/>
              <a:t> m)</a:t>
            </a:r>
          </a:p>
          <a:p>
            <a:pPr>
              <a:lnSpc>
                <a:spcPct val="110000"/>
              </a:lnSpc>
              <a:buFont typeface="Monotype Sorts" pitchFamily="2" charset="2"/>
              <a:buNone/>
            </a:pPr>
            <a:r>
              <a:rPr lang="en-US" altLang="en-US" sz="2400" dirty="0"/>
              <a:t>{	</a:t>
            </a:r>
            <a:r>
              <a:rPr lang="en-US" altLang="en-US" sz="2400" dirty="0" err="1"/>
              <a:t>int</a:t>
            </a:r>
            <a:r>
              <a:rPr lang="en-US" altLang="en-US" sz="2400" dirty="0"/>
              <a:t> mid = (</a:t>
            </a:r>
            <a:r>
              <a:rPr lang="en-US" altLang="en-US" sz="2400" dirty="0" err="1"/>
              <a:t>n+m</a:t>
            </a:r>
            <a:r>
              <a:rPr lang="en-US" altLang="en-US" sz="2400" dirty="0"/>
              <a:t>)/2; </a:t>
            </a:r>
          </a:p>
          <a:p>
            <a:pPr>
              <a:lnSpc>
                <a:spcPct val="110000"/>
              </a:lnSpc>
              <a:buFont typeface="Monotype Sorts" pitchFamily="2" charset="2"/>
              <a:buNone/>
            </a:pPr>
            <a:r>
              <a:rPr lang="en-US" altLang="en-US" sz="2400" dirty="0"/>
              <a:t>    if (m-n &lt;= 0) </a:t>
            </a:r>
          </a:p>
          <a:p>
            <a:pPr>
              <a:lnSpc>
                <a:spcPct val="110000"/>
              </a:lnSpc>
              <a:buFont typeface="Monotype Sorts" pitchFamily="2" charset="2"/>
              <a:buNone/>
            </a:pPr>
            <a:r>
              <a:rPr lang="en-US" altLang="en-US" sz="2400" dirty="0"/>
              <a:t>    		return;</a:t>
            </a:r>
          </a:p>
          <a:p>
            <a:pPr>
              <a:lnSpc>
                <a:spcPct val="110000"/>
              </a:lnSpc>
              <a:buFont typeface="Monotype Sorts" pitchFamily="2" charset="2"/>
              <a:buNone/>
            </a:pPr>
            <a:r>
              <a:rPr lang="en-US" altLang="en-US" sz="2400" dirty="0"/>
              <a:t>    </a:t>
            </a:r>
            <a:r>
              <a:rPr lang="en-US" altLang="en-US" sz="2400" b="1" dirty="0">
                <a:effectLst>
                  <a:glow rad="101600">
                    <a:srgbClr val="FFC000">
                      <a:alpha val="60000"/>
                    </a:srgbClr>
                  </a:glow>
                </a:effectLst>
              </a:rPr>
              <a:t>else if (m-n &gt; 1) {</a:t>
            </a:r>
          </a:p>
          <a:p>
            <a:pPr>
              <a:lnSpc>
                <a:spcPct val="110000"/>
              </a:lnSpc>
              <a:buFont typeface="Monotype Sorts" pitchFamily="2" charset="2"/>
              <a:buNone/>
            </a:pPr>
            <a:r>
              <a:rPr lang="en-US" altLang="en-US" sz="2400" dirty="0"/>
              <a:t>		</a:t>
            </a:r>
            <a:r>
              <a:rPr lang="en-US" altLang="en-US" sz="2400" dirty="0" err="1"/>
              <a:t>mergesort</a:t>
            </a:r>
            <a:r>
              <a:rPr lang="en-US" altLang="en-US" sz="2400" dirty="0"/>
              <a:t>(n, mid);</a:t>
            </a:r>
          </a:p>
          <a:p>
            <a:pPr>
              <a:lnSpc>
                <a:spcPct val="110000"/>
              </a:lnSpc>
              <a:buFont typeface="Monotype Sorts" pitchFamily="2" charset="2"/>
              <a:buNone/>
            </a:pPr>
            <a:r>
              <a:rPr lang="en-US" altLang="en-US" sz="2400" dirty="0"/>
              <a:t>		</a:t>
            </a:r>
            <a:r>
              <a:rPr lang="en-US" altLang="en-US" sz="2400" dirty="0" err="1"/>
              <a:t>mergesort</a:t>
            </a:r>
            <a:r>
              <a:rPr lang="en-US" altLang="en-US" sz="2400" dirty="0"/>
              <a:t>(mid+1, m);</a:t>
            </a:r>
          </a:p>
          <a:p>
            <a:pPr>
              <a:lnSpc>
                <a:spcPct val="110000"/>
              </a:lnSpc>
              <a:buFont typeface="Monotype Sorts" pitchFamily="2" charset="2"/>
              <a:buNone/>
            </a:pPr>
            <a:r>
              <a:rPr lang="en-US" altLang="en-US" sz="2400" dirty="0"/>
              <a:t>    } </a:t>
            </a:r>
          </a:p>
          <a:p>
            <a:pPr>
              <a:lnSpc>
                <a:spcPct val="110000"/>
              </a:lnSpc>
              <a:buFont typeface="Monotype Sorts" pitchFamily="2" charset="2"/>
              <a:buNone/>
            </a:pPr>
            <a:r>
              <a:rPr lang="en-US" altLang="en-US" sz="2400" dirty="0"/>
              <a:t>    merge(n, m);</a:t>
            </a:r>
          </a:p>
          <a:p>
            <a:pPr>
              <a:lnSpc>
                <a:spcPct val="110000"/>
              </a:lnSpc>
              <a:buFont typeface="Monotype Sorts" pitchFamily="2" charset="2"/>
              <a:buNone/>
            </a:pPr>
            <a:r>
              <a:rPr lang="en-US" altLang="en-US" sz="2400" dirty="0"/>
              <a:t>}</a:t>
            </a:r>
          </a:p>
        </p:txBody>
      </p:sp>
      <p:sp>
        <p:nvSpPr>
          <p:cNvPr id="34824" name="Text Box 5"/>
          <p:cNvSpPr txBox="1">
            <a:spLocks noChangeArrowheads="1"/>
          </p:cNvSpPr>
          <p:nvPr/>
        </p:nvSpPr>
        <p:spPr bwMode="gray">
          <a:xfrm>
            <a:off x="5522912" y="3381375"/>
            <a:ext cx="34290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n</a:t>
            </a:r>
            <a:endParaRPr lang="en-US" altLang="en-US" dirty="0"/>
          </a:p>
        </p:txBody>
      </p:sp>
      <p:sp>
        <p:nvSpPr>
          <p:cNvPr id="34825" name="Line 6"/>
          <p:cNvSpPr>
            <a:spLocks noChangeShapeType="1"/>
          </p:cNvSpPr>
          <p:nvPr/>
        </p:nvSpPr>
        <p:spPr bwMode="gray">
          <a:xfrm flipV="1">
            <a:off x="5712478"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34826" name="Text Box 5"/>
          <p:cNvSpPr txBox="1">
            <a:spLocks noChangeArrowheads="1"/>
          </p:cNvSpPr>
          <p:nvPr/>
        </p:nvSpPr>
        <p:spPr bwMode="gray">
          <a:xfrm>
            <a:off x="8739663" y="3381375"/>
            <a:ext cx="414337"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a:t>
            </a:r>
            <a:endParaRPr lang="en-US" altLang="en-US" dirty="0"/>
          </a:p>
        </p:txBody>
      </p:sp>
      <p:sp>
        <p:nvSpPr>
          <p:cNvPr id="34827" name="Line 6"/>
          <p:cNvSpPr>
            <a:spLocks noChangeShapeType="1"/>
          </p:cNvSpPr>
          <p:nvPr/>
        </p:nvSpPr>
        <p:spPr bwMode="gray">
          <a:xfrm flipV="1">
            <a:off x="8946832" y="2917857"/>
            <a:ext cx="0" cy="533400"/>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nvGrpSpPr>
          <p:cNvPr id="4" name="Group 3"/>
          <p:cNvGrpSpPr/>
          <p:nvPr/>
        </p:nvGrpSpPr>
        <p:grpSpPr>
          <a:xfrm>
            <a:off x="7036805" y="2895600"/>
            <a:ext cx="641350" cy="914400"/>
            <a:chOff x="7036805" y="2895600"/>
            <a:chExt cx="641350" cy="914400"/>
          </a:xfrm>
        </p:grpSpPr>
        <p:sp>
          <p:nvSpPr>
            <p:cNvPr id="34828" name="Text Box 5"/>
            <p:cNvSpPr txBox="1">
              <a:spLocks noChangeArrowheads="1"/>
            </p:cNvSpPr>
            <p:nvPr/>
          </p:nvSpPr>
          <p:spPr bwMode="gray">
            <a:xfrm>
              <a:off x="7036805" y="3381375"/>
              <a:ext cx="6413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A50021"/>
                  </a:solidFill>
                </a:rPr>
                <a:t>mid</a:t>
              </a:r>
              <a:endParaRPr lang="en-US" altLang="en-US" dirty="0"/>
            </a:p>
          </p:txBody>
        </p:sp>
        <p:sp>
          <p:nvSpPr>
            <p:cNvPr id="34829" name="Line 6"/>
            <p:cNvSpPr>
              <a:spLocks noChangeShapeType="1"/>
            </p:cNvSpPr>
            <p:nvPr/>
          </p:nvSpPr>
          <p:spPr bwMode="gray">
            <a:xfrm flipV="1">
              <a:off x="7357480" y="2895600"/>
              <a:ext cx="0" cy="577914"/>
            </a:xfrm>
            <a:prstGeom prst="line">
              <a:avLst/>
            </a:prstGeom>
            <a:ln>
              <a:headEnd type="none" w="sm" len="sm"/>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grpSp>
      <p:graphicFrame>
        <p:nvGraphicFramePr>
          <p:cNvPr id="2" name="Table 1"/>
          <p:cNvGraphicFramePr>
            <a:graphicFrameLocks noGrp="1"/>
          </p:cNvGraphicFramePr>
          <p:nvPr>
            <p:extLst>
              <p:ext uri="{D42A27DB-BD31-4B8C-83A1-F6EECF244321}">
                <p14:modId xmlns:p14="http://schemas.microsoft.com/office/powerpoint/2010/main" val="1254696113"/>
              </p:ext>
            </p:extLst>
          </p:nvPr>
        </p:nvGraphicFramePr>
        <p:xfrm>
          <a:off x="5332411" y="2209799"/>
          <a:ext cx="4037065" cy="624807"/>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gridCol w="807413">
                  <a:extLst>
                    <a:ext uri="{9D8B030D-6E8A-4147-A177-3AD203B41FA5}">
                      <a16:colId xmlns:a16="http://schemas.microsoft.com/office/drawing/2014/main" val="20002"/>
                    </a:ext>
                  </a:extLst>
                </a:gridCol>
                <a:gridCol w="807413">
                  <a:extLst>
                    <a:ext uri="{9D8B030D-6E8A-4147-A177-3AD203B41FA5}">
                      <a16:colId xmlns:a16="http://schemas.microsoft.com/office/drawing/2014/main" val="20003"/>
                    </a:ext>
                  </a:extLst>
                </a:gridCol>
                <a:gridCol w="807413">
                  <a:extLst>
                    <a:ext uri="{9D8B030D-6E8A-4147-A177-3AD203B41FA5}">
                      <a16:colId xmlns:a16="http://schemas.microsoft.com/office/drawing/2014/main" val="20004"/>
                    </a:ext>
                  </a:extLst>
                </a:gridCol>
              </a:tblGrid>
              <a:tr h="624807">
                <a:tc>
                  <a:txBody>
                    <a:bodyPr/>
                    <a:lstStyle/>
                    <a:p>
                      <a:pPr algn="ctr"/>
                      <a:r>
                        <a:rPr lang="en-GB" dirty="0"/>
                        <a:t>5</a:t>
                      </a:r>
                    </a:p>
                  </a:txBody>
                  <a:tcPr anchor="ctr">
                    <a:solidFill>
                      <a:schemeClr val="accent1">
                        <a:lumMod val="50000"/>
                      </a:schemeClr>
                    </a:solidFill>
                  </a:tcPr>
                </a:tc>
                <a:tc>
                  <a:txBody>
                    <a:bodyPr/>
                    <a:lstStyle/>
                    <a:p>
                      <a:pPr algn="ctr"/>
                      <a:r>
                        <a:rPr lang="en-GB" dirty="0">
                          <a:solidFill>
                            <a:schemeClr val="tx1"/>
                          </a:solidFill>
                        </a:rPr>
                        <a:t>4</a:t>
                      </a:r>
                    </a:p>
                  </a:txBody>
                  <a:tcPr anchor="ctr">
                    <a:solidFill>
                      <a:schemeClr val="accent5">
                        <a:lumMod val="75000"/>
                      </a:schemeClr>
                    </a:solidFill>
                  </a:tcPr>
                </a:tc>
                <a:tc>
                  <a:txBody>
                    <a:bodyPr/>
                    <a:lstStyle/>
                    <a:p>
                      <a:pPr algn="ctr"/>
                      <a:r>
                        <a:rPr lang="en-GB" dirty="0"/>
                        <a:t>3</a:t>
                      </a:r>
                    </a:p>
                  </a:txBody>
                  <a:tcPr anchor="ctr">
                    <a:solidFill>
                      <a:schemeClr val="accent1">
                        <a:lumMod val="50000"/>
                      </a:schemeClr>
                    </a:solidFill>
                  </a:tcPr>
                </a:tc>
                <a:tc>
                  <a:txBody>
                    <a:bodyPr/>
                    <a:lstStyle/>
                    <a:p>
                      <a:pPr algn="ctr"/>
                      <a:r>
                        <a:rPr lang="en-GB" dirty="0">
                          <a:solidFill>
                            <a:schemeClr val="tx1"/>
                          </a:solidFill>
                        </a:rPr>
                        <a:t>7</a:t>
                      </a:r>
                    </a:p>
                  </a:txBody>
                  <a:tcPr anchor="ctr">
                    <a:solidFill>
                      <a:schemeClr val="accent5">
                        <a:lumMod val="75000"/>
                      </a:schemeClr>
                    </a:solidFill>
                  </a:tcPr>
                </a:tc>
                <a:tc>
                  <a:txBody>
                    <a:bodyPr/>
                    <a:lstStyle/>
                    <a:p>
                      <a:pPr algn="ctr"/>
                      <a:r>
                        <a:rPr lang="en-GB" dirty="0"/>
                        <a:t>6</a:t>
                      </a:r>
                    </a:p>
                  </a:txBody>
                  <a:tcPr anchor="ctr">
                    <a:solidFill>
                      <a:schemeClr val="accent1">
                        <a:lumMod val="50000"/>
                      </a:schemeClr>
                    </a:solidFill>
                  </a:tcPr>
                </a:tc>
                <a:extLst>
                  <a:ext uri="{0D108BD9-81ED-4DB2-BD59-A6C34878D82A}">
                    <a16:rowId xmlns:a16="http://schemas.microsoft.com/office/drawing/2014/main" val="10000"/>
                  </a:ext>
                </a:extLst>
              </a:tr>
            </a:tbl>
          </a:graphicData>
        </a:graphic>
      </p:graphicFrame>
      <p:grpSp>
        <p:nvGrpSpPr>
          <p:cNvPr id="20" name="Group 19"/>
          <p:cNvGrpSpPr/>
          <p:nvPr/>
        </p:nvGrpSpPr>
        <p:grpSpPr>
          <a:xfrm flipH="1">
            <a:off x="3343664" y="964070"/>
            <a:ext cx="1872931" cy="3379418"/>
            <a:chOff x="337623" y="1302590"/>
            <a:chExt cx="2309421" cy="2438222"/>
          </a:xfrm>
        </p:grpSpPr>
        <p:sp>
          <p:nvSpPr>
            <p:cNvPr id="21" name="Arc 23"/>
            <p:cNvSpPr/>
            <p:nvPr/>
          </p:nvSpPr>
          <p:spPr>
            <a:xfrm rot="12916960">
              <a:off x="337623" y="1302590"/>
              <a:ext cx="2309421" cy="2438222"/>
            </a:xfrm>
            <a:custGeom>
              <a:avLst/>
              <a:gdLst>
                <a:gd name="connsiteX0" fmla="*/ 2400299 w 4800599"/>
                <a:gd name="connsiteY0" fmla="*/ 0 h 4871622"/>
                <a:gd name="connsiteX1" fmla="*/ 4800599 w 4800599"/>
                <a:gd name="connsiteY1" fmla="*/ 2435811 h 4871622"/>
                <a:gd name="connsiteX2" fmla="*/ 2400300 w 4800599"/>
                <a:gd name="connsiteY2" fmla="*/ 2435811 h 4871622"/>
                <a:gd name="connsiteX3" fmla="*/ 2400299 w 4800599"/>
                <a:gd name="connsiteY3" fmla="*/ 0 h 4871622"/>
                <a:gd name="connsiteX0" fmla="*/ 2400299 w 4800599"/>
                <a:gd name="connsiteY0" fmla="*/ 0 h 4871622"/>
                <a:gd name="connsiteX1" fmla="*/ 4800599 w 4800599"/>
                <a:gd name="connsiteY1" fmla="*/ 2435811 h 4871622"/>
                <a:gd name="connsiteX0" fmla="*/ 0 w 2400300"/>
                <a:gd name="connsiteY0" fmla="*/ 70662 h 2506473"/>
                <a:gd name="connsiteX1" fmla="*/ 2400300 w 2400300"/>
                <a:gd name="connsiteY1" fmla="*/ 2506473 h 2506473"/>
                <a:gd name="connsiteX2" fmla="*/ 1 w 2400300"/>
                <a:gd name="connsiteY2" fmla="*/ 2506473 h 2506473"/>
                <a:gd name="connsiteX3" fmla="*/ 0 w 2400300"/>
                <a:gd name="connsiteY3" fmla="*/ 70662 h 2506473"/>
                <a:gd name="connsiteX0" fmla="*/ 0 w 2400300"/>
                <a:gd name="connsiteY0" fmla="*/ 70662 h 2506473"/>
                <a:gd name="connsiteX1" fmla="*/ 2130319 w 2400300"/>
                <a:gd name="connsiteY1" fmla="*/ 970596 h 2506473"/>
                <a:gd name="connsiteX0" fmla="*/ 215072 w 2615372"/>
                <a:gd name="connsiteY0" fmla="*/ 33701 h 2469512"/>
                <a:gd name="connsiteX1" fmla="*/ 2615372 w 2615372"/>
                <a:gd name="connsiteY1" fmla="*/ 2469512 h 2469512"/>
                <a:gd name="connsiteX2" fmla="*/ 215073 w 2615372"/>
                <a:gd name="connsiteY2" fmla="*/ 2469512 h 2469512"/>
                <a:gd name="connsiteX3" fmla="*/ 215072 w 2615372"/>
                <a:gd name="connsiteY3" fmla="*/ 33701 h 2469512"/>
                <a:gd name="connsiteX0" fmla="*/ 0 w 2615372"/>
                <a:gd name="connsiteY0" fmla="*/ 92537 h 2469512"/>
                <a:gd name="connsiteX1" fmla="*/ 2345391 w 2615372"/>
                <a:gd name="connsiteY1" fmla="*/ 933635 h 2469512"/>
                <a:gd name="connsiteX0" fmla="*/ 215072 w 2615372"/>
                <a:gd name="connsiteY0" fmla="*/ 461195 h 2897006"/>
                <a:gd name="connsiteX1" fmla="*/ 2615372 w 2615372"/>
                <a:gd name="connsiteY1" fmla="*/ 2897006 h 2897006"/>
                <a:gd name="connsiteX2" fmla="*/ 215073 w 2615372"/>
                <a:gd name="connsiteY2" fmla="*/ 2897006 h 2897006"/>
                <a:gd name="connsiteX3" fmla="*/ 215072 w 2615372"/>
                <a:gd name="connsiteY3" fmla="*/ 461195 h 2897006"/>
                <a:gd name="connsiteX0" fmla="*/ 0 w 2615372"/>
                <a:gd name="connsiteY0" fmla="*/ 520031 h 2897006"/>
                <a:gd name="connsiteX1" fmla="*/ 2345391 w 2615372"/>
                <a:gd name="connsiteY1" fmla="*/ 1361129 h 2897006"/>
                <a:gd name="connsiteX0" fmla="*/ 0 w 2400300"/>
                <a:gd name="connsiteY0" fmla="*/ 587880 h 3023691"/>
                <a:gd name="connsiteX1" fmla="*/ 2400300 w 2400300"/>
                <a:gd name="connsiteY1" fmla="*/ 3023691 h 3023691"/>
                <a:gd name="connsiteX2" fmla="*/ 1 w 2400300"/>
                <a:gd name="connsiteY2" fmla="*/ 3023691 h 3023691"/>
                <a:gd name="connsiteX3" fmla="*/ 0 w 2400300"/>
                <a:gd name="connsiteY3" fmla="*/ 587880 h 3023691"/>
                <a:gd name="connsiteX0" fmla="*/ 55665 w 2400300"/>
                <a:gd name="connsiteY0" fmla="*/ 471211 h 3023691"/>
                <a:gd name="connsiteX1" fmla="*/ 2130319 w 2400300"/>
                <a:gd name="connsiteY1" fmla="*/ 1487814 h 3023691"/>
              </a:gdLst>
              <a:ahLst/>
              <a:cxnLst>
                <a:cxn ang="0">
                  <a:pos x="connsiteX0" y="connsiteY0"/>
                </a:cxn>
                <a:cxn ang="0">
                  <a:pos x="connsiteX1" y="connsiteY1"/>
                </a:cxn>
              </a:cxnLst>
              <a:rect l="l" t="t" r="r" b="b"/>
              <a:pathLst>
                <a:path w="2400300" h="3023691" stroke="0" extrusionOk="0">
                  <a:moveTo>
                    <a:pt x="0" y="587880"/>
                  </a:moveTo>
                  <a:cubicBezTo>
                    <a:pt x="1325649" y="587880"/>
                    <a:pt x="2400300" y="1678430"/>
                    <a:pt x="2400300" y="3023691"/>
                  </a:cubicBezTo>
                  <a:lnTo>
                    <a:pt x="1" y="3023691"/>
                  </a:lnTo>
                  <a:cubicBezTo>
                    <a:pt x="1" y="2211754"/>
                    <a:pt x="0" y="1399817"/>
                    <a:pt x="0" y="587880"/>
                  </a:cubicBezTo>
                  <a:close/>
                </a:path>
                <a:path w="2400300" h="3023691" fill="none">
                  <a:moveTo>
                    <a:pt x="55665" y="471211"/>
                  </a:moveTo>
                  <a:cubicBezTo>
                    <a:pt x="1480904" y="-509387"/>
                    <a:pt x="2130319" y="142553"/>
                    <a:pt x="2130319" y="1487814"/>
                  </a:cubicBezTo>
                </a:path>
              </a:pathLst>
            </a:custGeom>
            <a:ln w="38100">
              <a:solidFill>
                <a:schemeClr val="accent1">
                  <a:lumMod val="2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cxnSp>
          <p:nvCxnSpPr>
            <p:cNvPr id="22" name="Straight Arrow Connector 21"/>
            <p:cNvCxnSpPr/>
            <p:nvPr/>
          </p:nvCxnSpPr>
          <p:spPr>
            <a:xfrm flipV="1">
              <a:off x="528992" y="1981463"/>
              <a:ext cx="503295" cy="437499"/>
            </a:xfrm>
            <a:prstGeom prst="straightConnector1">
              <a:avLst/>
            </a:prstGeom>
            <a:ln w="38100">
              <a:solidFill>
                <a:schemeClr val="accent1">
                  <a:lumMod val="25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389070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down)">
                                      <p:cBhvr>
                                        <p:cTn id="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err="1"/>
              <a:t>Mergesort</a:t>
            </a:r>
            <a:r>
              <a:rPr lang="en-GB" dirty="0"/>
              <a:t> (Example)</a:t>
            </a:r>
          </a:p>
        </p:txBody>
      </p:sp>
    </p:spTree>
    <p:extLst>
      <p:ext uri="{BB962C8B-B14F-4D97-AF65-F5344CB8AC3E}">
        <p14:creationId xmlns:p14="http://schemas.microsoft.com/office/powerpoint/2010/main" val="307336105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91123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440712"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1836812"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366291"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2823854"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353333"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3780085"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309564"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4736316"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265795"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14" name="Rounded Rectangle 13"/>
          <p:cNvSpPr/>
          <p:nvPr/>
        </p:nvSpPr>
        <p:spPr>
          <a:xfrm>
            <a:off x="568343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212912"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19" name="Rounded Rectangle 18"/>
          <p:cNvSpPr/>
          <p:nvPr/>
        </p:nvSpPr>
        <p:spPr>
          <a:xfrm>
            <a:off x="6627812"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157291"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6</a:t>
            </a:r>
          </a:p>
        </p:txBody>
      </p:sp>
      <p:sp>
        <p:nvSpPr>
          <p:cNvPr id="21" name="Rounded Rectangle 20"/>
          <p:cNvSpPr/>
          <p:nvPr/>
        </p:nvSpPr>
        <p:spPr>
          <a:xfrm>
            <a:off x="7576913" y="2822511"/>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182070" y="240574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Tree>
    <p:extLst>
      <p:ext uri="{BB962C8B-B14F-4D97-AF65-F5344CB8AC3E}">
        <p14:creationId xmlns:p14="http://schemas.microsoft.com/office/powerpoint/2010/main" val="4033067387"/>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1089910"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645767"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201548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544968"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3002531"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14707"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3958762"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488935"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5416412"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7438"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4</a:t>
            </a:r>
          </a:p>
        </p:txBody>
      </p:sp>
      <p:sp>
        <p:nvSpPr>
          <p:cNvPr id="14" name="Rounded Rectangle 13"/>
          <p:cNvSpPr/>
          <p:nvPr/>
        </p:nvSpPr>
        <p:spPr>
          <a:xfrm>
            <a:off x="636352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908363"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5</a:t>
            </a:r>
          </a:p>
        </p:txBody>
      </p:sp>
      <p:sp>
        <p:nvSpPr>
          <p:cNvPr id="19" name="Rounded Rectangle 18"/>
          <p:cNvSpPr/>
          <p:nvPr/>
        </p:nvSpPr>
        <p:spPr>
          <a:xfrm>
            <a:off x="7307908"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9614"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6</a:t>
            </a:r>
          </a:p>
        </p:txBody>
      </p:sp>
      <p:sp>
        <p:nvSpPr>
          <p:cNvPr id="21" name="Rounded Rectangle 20"/>
          <p:cNvSpPr/>
          <p:nvPr/>
        </p:nvSpPr>
        <p:spPr>
          <a:xfrm>
            <a:off x="8257009" y="2818355"/>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410096"/>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16" name="Rectangle 15"/>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196433" y="2341984"/>
            <a:ext cx="4247595"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58752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0" dur="500"/>
                                        <p:tgtEl>
                                          <p:spTgt spid="24"/>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par>
                                <p:cTn id="24" presetID="26" presetClass="emph" presetSubtype="0" fill="hold" grpId="0" nodeType="withEffect">
                                  <p:stCondLst>
                                    <p:cond delay="0"/>
                                  </p:stCondLst>
                                  <p:childTnLst>
                                    <p:animEffect transition="out" filter="fade">
                                      <p:cBhvr>
                                        <p:cTn id="25" dur="500" tmFilter="0, 0; .2, .5; .8, .5; 1, 0"/>
                                        <p:tgtEl>
                                          <p:spTgt spid="12"/>
                                        </p:tgtEl>
                                      </p:cBhvr>
                                    </p:animEffect>
                                    <p:animScale>
                                      <p:cBhvr>
                                        <p:cTn id="26" dur="250" autoRev="1" fill="hold"/>
                                        <p:tgtEl>
                                          <p:spTgt spid="12"/>
                                        </p:tgtEl>
                                      </p:cBhvr>
                                      <p:by x="105000" y="105000"/>
                                    </p:animScale>
                                  </p:childTnLst>
                                </p:cTn>
                              </p:par>
                              <p:par>
                                <p:cTn id="27" presetID="26" presetClass="emph" presetSubtype="0" fill="hold" grpId="0" nodeType="withEffect">
                                  <p:stCondLst>
                                    <p:cond delay="0"/>
                                  </p:stCondLst>
                                  <p:childTnLst>
                                    <p:animEffect transition="out" filter="fade">
                                      <p:cBhvr>
                                        <p:cTn id="28" dur="500" tmFilter="0, 0; .2, .5; .8, .5; 1, 0"/>
                                        <p:tgtEl>
                                          <p:spTgt spid="14"/>
                                        </p:tgtEl>
                                      </p:cBhvr>
                                    </p:animEffect>
                                    <p:animScale>
                                      <p:cBhvr>
                                        <p:cTn id="29" dur="250" autoRev="1" fill="hold"/>
                                        <p:tgtEl>
                                          <p:spTgt spid="14"/>
                                        </p:tgtEl>
                                      </p:cBhvr>
                                      <p:by x="105000" y="105000"/>
                                    </p:animScale>
                                  </p:childTnLst>
                                </p:cTn>
                              </p:par>
                              <p:par>
                                <p:cTn id="30" presetID="26" presetClass="emph" presetSubtype="0" fill="hold" grpId="0" nodeType="withEffect">
                                  <p:stCondLst>
                                    <p:cond delay="0"/>
                                  </p:stCondLst>
                                  <p:childTnLst>
                                    <p:animEffect transition="out" filter="fade">
                                      <p:cBhvr>
                                        <p:cTn id="31" dur="500" tmFilter="0, 0; .2, .5; .8, .5; 1, 0"/>
                                        <p:tgtEl>
                                          <p:spTgt spid="19"/>
                                        </p:tgtEl>
                                      </p:cBhvr>
                                    </p:animEffect>
                                    <p:animScale>
                                      <p:cBhvr>
                                        <p:cTn id="32" dur="250" autoRev="1" fill="hold"/>
                                        <p:tgtEl>
                                          <p:spTgt spid="19"/>
                                        </p:tgtEl>
                                      </p:cBhvr>
                                      <p:by x="105000" y="105000"/>
                                    </p:animScale>
                                  </p:childTnLst>
                                </p:cTn>
                              </p:par>
                              <p:par>
                                <p:cTn id="33" presetID="26" presetClass="emph" presetSubtype="0" fill="hold" grpId="0" nodeType="withEffect">
                                  <p:stCondLst>
                                    <p:cond delay="0"/>
                                  </p:stCondLst>
                                  <p:childTnLst>
                                    <p:animEffect transition="out" filter="fade">
                                      <p:cBhvr>
                                        <p:cTn id="34" dur="500" tmFilter="0, 0; .2, .5; .8, .5; 1, 0"/>
                                        <p:tgtEl>
                                          <p:spTgt spid="21"/>
                                        </p:tgtEl>
                                      </p:cBhvr>
                                    </p:animEffect>
                                    <p:animScale>
                                      <p:cBhvr>
                                        <p:cTn id="35" dur="250" autoRev="1" fill="hold"/>
                                        <p:tgtEl>
                                          <p:spTgt spid="21"/>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2" grpId="0" animBg="1"/>
      <p:bldP spid="14" grpId="0" animBg="1"/>
      <p:bldP spid="19" grpId="0" animBg="1"/>
      <p:bldP spid="21" grpId="0" animBg="1"/>
      <p:bldP spid="16" grpId="0" animBg="1"/>
      <p:bldP spid="2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914834"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5" name="Rectangle 4"/>
          <p:cNvSpPr/>
          <p:nvPr/>
        </p:nvSpPr>
        <p:spPr>
          <a:xfrm>
            <a:off x="144431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6" name="Rounded Rectangle 5"/>
          <p:cNvSpPr/>
          <p:nvPr/>
        </p:nvSpPr>
        <p:spPr>
          <a:xfrm>
            <a:off x="1866713"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7" name="Rectangle 6"/>
          <p:cNvSpPr/>
          <p:nvPr/>
        </p:nvSpPr>
        <p:spPr>
          <a:xfrm>
            <a:off x="2369892"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8" name="Rounded Rectangle 7"/>
          <p:cNvSpPr/>
          <p:nvPr/>
        </p:nvSpPr>
        <p:spPr>
          <a:xfrm>
            <a:off x="3045914"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81907"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10" name="Rounded Rectangle 9"/>
          <p:cNvSpPr/>
          <p:nvPr/>
        </p:nvSpPr>
        <p:spPr>
          <a:xfrm>
            <a:off x="4009628" y="2850503"/>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25940"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12" name="Rounded Rectangle 11"/>
          <p:cNvSpPr/>
          <p:nvPr/>
        </p:nvSpPr>
        <p:spPr>
          <a:xfrm>
            <a:off x="5423531"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6169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7744"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10269"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42123"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69925" y="2850503"/>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71638" y="241789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16" name="Rectangle 15"/>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p:cNvSpPr/>
          <p:nvPr/>
        </p:nvSpPr>
        <p:spPr>
          <a:xfrm>
            <a:off x="5196433" y="2341984"/>
            <a:ext cx="4247595"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62200"/>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32210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500"/>
                                        <p:tgtEl>
                                          <p:spTgt spid="1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wipe(left)">
                                      <p:cBhvr>
                                        <p:cTn id="10" dur="500"/>
                                        <p:tgtEl>
                                          <p:spTgt spid="33"/>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8"/>
                                        </p:tgtEl>
                                      </p:cBhvr>
                                    </p:animEffect>
                                    <p:animScale>
                                      <p:cBhvr>
                                        <p:cTn id="20" dur="250" autoRev="1" fill="hold"/>
                                        <p:tgtEl>
                                          <p:spTgt spid="8"/>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10"/>
                                        </p:tgtEl>
                                      </p:cBhvr>
                                    </p:animEffect>
                                    <p:animScale>
                                      <p:cBhvr>
                                        <p:cTn id="23"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8" grpId="0" animBg="1"/>
      <p:bldP spid="10" grpId="0" animBg="1"/>
      <p:bldP spid="16" grpId="0" animBg="1"/>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4" name="Rounded Rectangle 3"/>
          <p:cNvSpPr/>
          <p:nvPr/>
        </p:nvSpPr>
        <p:spPr>
          <a:xfrm>
            <a:off x="648011" y="2843202"/>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6" name="Rounded Rectangle 5"/>
          <p:cNvSpPr/>
          <p:nvPr/>
        </p:nvSpPr>
        <p:spPr>
          <a:xfrm>
            <a:off x="1840413" y="2843202"/>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8" name="Rounded Rectangle 7"/>
          <p:cNvSpPr/>
          <p:nvPr/>
        </p:nvSpPr>
        <p:spPr>
          <a:xfrm>
            <a:off x="304660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76811"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2</a:t>
            </a:r>
          </a:p>
        </p:txBody>
      </p:sp>
      <p:sp>
        <p:nvSpPr>
          <p:cNvPr id="10" name="Rounded Rectangle 9"/>
          <p:cNvSpPr/>
          <p:nvPr/>
        </p:nvSpPr>
        <p:spPr>
          <a:xfrm>
            <a:off x="4002833"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32163"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3</a:t>
            </a:r>
          </a:p>
        </p:txBody>
      </p:sp>
      <p:sp>
        <p:nvSpPr>
          <p:cNvPr id="12" name="Rounded Rectangle 11"/>
          <p:cNvSpPr/>
          <p:nvPr/>
        </p:nvSpPr>
        <p:spPr>
          <a:xfrm>
            <a:off x="5415765"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35289"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288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8633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261"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78325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6362" y="2843202"/>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0642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62200"/>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41983"/>
            <a:ext cx="2071921"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ectangle 22"/>
          <p:cNvSpPr/>
          <p:nvPr/>
        </p:nvSpPr>
        <p:spPr>
          <a:xfrm>
            <a:off x="1730772" y="2362200"/>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Rectangle 24"/>
          <p:cNvSpPr/>
          <p:nvPr/>
        </p:nvSpPr>
        <p:spPr>
          <a:xfrm>
            <a:off x="545636" y="2360643"/>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1139658"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0</a:t>
            </a:r>
          </a:p>
        </p:txBody>
      </p:sp>
      <p:sp>
        <p:nvSpPr>
          <p:cNvPr id="27" name="Rectangle 26"/>
          <p:cNvSpPr/>
          <p:nvPr/>
        </p:nvSpPr>
        <p:spPr>
          <a:xfrm>
            <a:off x="2301301" y="242022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1</a:t>
            </a:r>
          </a:p>
        </p:txBody>
      </p:sp>
    </p:spTree>
    <p:extLst>
      <p:ext uri="{BB962C8B-B14F-4D97-AF65-F5344CB8AC3E}">
        <p14:creationId xmlns:p14="http://schemas.microsoft.com/office/powerpoint/2010/main" val="2960752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wipe(right)">
                                      <p:cBhvr>
                                        <p:cTn id="10" dur="500"/>
                                        <p:tgtEl>
                                          <p:spTgt spid="25"/>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4"/>
                                        </p:tgtEl>
                                      </p:cBhvr>
                                    </p:animEffect>
                                    <p:animScale>
                                      <p:cBhvr>
                                        <p:cTn id="14" dur="250" autoRev="1" fill="hold"/>
                                        <p:tgtEl>
                                          <p:spTgt spid="4"/>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6"/>
                                        </p:tgtEl>
                                      </p:cBhvr>
                                    </p:animEffect>
                                    <p:animScale>
                                      <p:cBhvr>
                                        <p:cTn id="17" dur="250" autoRev="1" fill="hold"/>
                                        <p:tgtEl>
                                          <p:spTgt spid="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23" grpId="0" animBg="1"/>
      <p:bldP spid="2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8" name="Rounded Rectangle 7"/>
          <p:cNvSpPr/>
          <p:nvPr/>
        </p:nvSpPr>
        <p:spPr>
          <a:xfrm>
            <a:off x="304660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9" name="Rectangle 8"/>
          <p:cNvSpPr/>
          <p:nvPr/>
        </p:nvSpPr>
        <p:spPr>
          <a:xfrm>
            <a:off x="357608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2</a:t>
            </a:r>
          </a:p>
        </p:txBody>
      </p:sp>
      <p:sp>
        <p:nvSpPr>
          <p:cNvPr id="10" name="Rounded Rectangle 9"/>
          <p:cNvSpPr/>
          <p:nvPr/>
        </p:nvSpPr>
        <p:spPr>
          <a:xfrm>
            <a:off x="4002833"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1" name="Rectangle 10"/>
          <p:cNvSpPr/>
          <p:nvPr/>
        </p:nvSpPr>
        <p:spPr>
          <a:xfrm>
            <a:off x="4532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accent3">
                    <a:lumMod val="50000"/>
                  </a:schemeClr>
                </a:solidFill>
              </a:rPr>
              <a:t>3</a:t>
            </a: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ectangle 32"/>
          <p:cNvSpPr/>
          <p:nvPr/>
        </p:nvSpPr>
        <p:spPr>
          <a:xfrm>
            <a:off x="2970326" y="2341983"/>
            <a:ext cx="2071921"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646866" y="4084744"/>
            <a:ext cx="3730508"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346524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left)">
                                      <p:cBhvr>
                                        <p:cTn id="7" dur="500"/>
                                        <p:tgtEl>
                                          <p:spTgt spid="3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26"/>
                                        </p:tgtEl>
                                      </p:cBhvr>
                                    </p:animEffect>
                                    <p:animScale>
                                      <p:cBhvr>
                                        <p:cTn id="14" dur="250" autoRev="1" fill="hold"/>
                                        <p:tgtEl>
                                          <p:spTgt spid="26"/>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28"/>
                                        </p:tgtEl>
                                      </p:cBhvr>
                                    </p:animEffect>
                                    <p:animScale>
                                      <p:cBhvr>
                                        <p:cTn id="17" dur="250" autoRev="1" fill="hold"/>
                                        <p:tgtEl>
                                          <p:spTgt spid="2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8" grpId="0" animBg="1"/>
      <p:bldP spid="30" grpId="0" animBg="1"/>
      <p:bldP spid="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3021528"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ounded Rectangle 24"/>
          <p:cNvSpPr/>
          <p:nvPr/>
        </p:nvSpPr>
        <p:spPr>
          <a:xfrm>
            <a:off x="4213930"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1" name="Rectangle 30"/>
          <p:cNvSpPr/>
          <p:nvPr/>
        </p:nvSpPr>
        <p:spPr>
          <a:xfrm>
            <a:off x="4104289" y="2360818"/>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Rectangle 31"/>
          <p:cNvSpPr/>
          <p:nvPr/>
        </p:nvSpPr>
        <p:spPr>
          <a:xfrm>
            <a:off x="2919153" y="2359261"/>
            <a:ext cx="1101045" cy="1581539"/>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Rectangle 33"/>
          <p:cNvSpPr/>
          <p:nvPr/>
        </p:nvSpPr>
        <p:spPr>
          <a:xfrm>
            <a:off x="3493473"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5" name="Rectangle 34"/>
          <p:cNvSpPr/>
          <p:nvPr/>
        </p:nvSpPr>
        <p:spPr>
          <a:xfrm>
            <a:off x="4669416" y="24132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Tree>
    <p:extLst>
      <p:ext uri="{BB962C8B-B14F-4D97-AF65-F5344CB8AC3E}">
        <p14:creationId xmlns:p14="http://schemas.microsoft.com/office/powerpoint/2010/main" val="21031228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afterEffect">
                                  <p:stCondLst>
                                    <p:cond delay="0"/>
                                  </p:stCondLst>
                                  <p:childTnLst>
                                    <p:animEffect transition="out" filter="fade">
                                      <p:cBhvr>
                                        <p:cTn id="6" dur="500" tmFilter="0, 0; .2, .5; .8, .5; 1, 0"/>
                                        <p:tgtEl>
                                          <p:spTgt spid="23"/>
                                        </p:tgtEl>
                                      </p:cBhvr>
                                    </p:animEffect>
                                    <p:animScale>
                                      <p:cBhvr>
                                        <p:cTn id="7" dur="250" autoRev="1" fill="hold"/>
                                        <p:tgtEl>
                                          <p:spTgt spid="23"/>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25"/>
                                        </p:tgtEl>
                                      </p:cBhvr>
                                    </p:animEffect>
                                    <p:animScale>
                                      <p:cBhvr>
                                        <p:cTn id="10"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5"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ounded Rectangle 25"/>
          <p:cNvSpPr/>
          <p:nvPr/>
        </p:nvSpPr>
        <p:spPr>
          <a:xfrm>
            <a:off x="91483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27" name="Rectangle 26"/>
          <p:cNvSpPr/>
          <p:nvPr/>
        </p:nvSpPr>
        <p:spPr>
          <a:xfrm>
            <a:off x="144431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28" name="Rounded Rectangle 27"/>
          <p:cNvSpPr/>
          <p:nvPr/>
        </p:nvSpPr>
        <p:spPr>
          <a:xfrm>
            <a:off x="184041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236989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0" name="Rectangle 29"/>
          <p:cNvSpPr/>
          <p:nvPr/>
        </p:nvSpPr>
        <p:spPr>
          <a:xfrm>
            <a:off x="760412" y="2343539"/>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Rounded Rectangle 32"/>
          <p:cNvSpPr/>
          <p:nvPr/>
        </p:nvSpPr>
        <p:spPr>
          <a:xfrm>
            <a:off x="313284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36" name="Rectangle 35"/>
          <p:cNvSpPr/>
          <p:nvPr/>
        </p:nvSpPr>
        <p:spPr>
          <a:xfrm>
            <a:off x="366232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37" name="Rounded Rectangle 36"/>
          <p:cNvSpPr/>
          <p:nvPr/>
        </p:nvSpPr>
        <p:spPr>
          <a:xfrm>
            <a:off x="405842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8" name="Rectangle 37"/>
          <p:cNvSpPr/>
          <p:nvPr/>
        </p:nvSpPr>
        <p:spPr>
          <a:xfrm>
            <a:off x="458790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39" name="Rectangle 38"/>
          <p:cNvSpPr/>
          <p:nvPr/>
        </p:nvSpPr>
        <p:spPr>
          <a:xfrm>
            <a:off x="2978422" y="2341984"/>
            <a:ext cx="20719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p:cNvSpPr/>
          <p:nvPr/>
        </p:nvSpPr>
        <p:spPr>
          <a:xfrm>
            <a:off x="2978422" y="4069193"/>
            <a:ext cx="3730508"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106941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left)">
                                      <p:cBhvr>
                                        <p:cTn id="7" dur="500"/>
                                        <p:tgtEl>
                                          <p:spTgt spid="3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fade">
                                      <p:cBhvr>
                                        <p:cTn id="10" dur="500"/>
                                        <p:tgtEl>
                                          <p:spTgt spid="40"/>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37"/>
                                        </p:tgtEl>
                                      </p:cBhvr>
                                    </p:animEffect>
                                    <p:animScale>
                                      <p:cBhvr>
                                        <p:cTn id="14" dur="250" autoRev="1" fill="hold"/>
                                        <p:tgtEl>
                                          <p:spTgt spid="37"/>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3"/>
                                        </p:tgtEl>
                                      </p:cBhvr>
                                    </p:animEffect>
                                    <p:animScale>
                                      <p:cBhvr>
                                        <p:cTn id="17" dur="250" autoRev="1" fill="hold"/>
                                        <p:tgtEl>
                                          <p:spTgt spid="3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7" grpId="0" animBg="1"/>
      <p:bldP spid="39" grpId="0" animBg="1"/>
      <p:bldP spid="4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4</a:t>
            </a:r>
          </a:p>
        </p:txBody>
      </p:sp>
      <p:sp>
        <p:nvSpPr>
          <p:cNvPr id="14" name="Rounded Rectangle 13"/>
          <p:cNvSpPr/>
          <p:nvPr/>
        </p:nvSpPr>
        <p:spPr>
          <a:xfrm>
            <a:off x="636352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5</a:t>
            </a:r>
          </a:p>
        </p:txBody>
      </p:sp>
      <p:sp>
        <p:nvSpPr>
          <p:cNvPr id="19" name="Rounded Rectangle 18"/>
          <p:cNvSpPr/>
          <p:nvPr/>
        </p:nvSpPr>
        <p:spPr>
          <a:xfrm>
            <a:off x="7307908"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6</a:t>
            </a:r>
          </a:p>
        </p:txBody>
      </p:sp>
      <p:sp>
        <p:nvSpPr>
          <p:cNvPr id="21" name="Rounded Rectangle 20"/>
          <p:cNvSpPr/>
          <p:nvPr/>
        </p:nvSpPr>
        <p:spPr>
          <a:xfrm>
            <a:off x="8257009"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lumMod val="75000"/>
                  </a:schemeClr>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alpha val="29804"/>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834590" y="4150412"/>
            <a:ext cx="3730508"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235565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right)">
                                      <p:cBhvr>
                                        <p:cTn id="7" dur="500"/>
                                        <p:tgtEl>
                                          <p:spTgt spid="4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animEffect transition="in" filter="fade">
                                      <p:cBhvr>
                                        <p:cTn id="10" dur="500"/>
                                        <p:tgtEl>
                                          <p:spTgt spid="43"/>
                                        </p:tgtEl>
                                      </p:cBhvr>
                                    </p:animEffect>
                                  </p:childTnLst>
                                </p:cTn>
                              </p:par>
                            </p:childTnLst>
                          </p:cTn>
                        </p:par>
                        <p:par>
                          <p:cTn id="11" fill="hold">
                            <p:stCondLst>
                              <p:cond delay="500"/>
                            </p:stCondLst>
                            <p:childTnLst>
                              <p:par>
                                <p:cTn id="12" presetID="26" presetClass="emph" presetSubtype="0" fill="hold" grpId="0" nodeType="afterEffect">
                                  <p:stCondLst>
                                    <p:cond delay="0"/>
                                  </p:stCondLst>
                                  <p:childTnLst>
                                    <p:animEffect transition="out" filter="fade">
                                      <p:cBhvr>
                                        <p:cTn id="13" dur="500" tmFilter="0, 0; .2, .5; .8, .5; 1, 0"/>
                                        <p:tgtEl>
                                          <p:spTgt spid="23"/>
                                        </p:tgtEl>
                                      </p:cBhvr>
                                    </p:animEffect>
                                    <p:animScale>
                                      <p:cBhvr>
                                        <p:cTn id="14" dur="250" autoRev="1" fill="hold"/>
                                        <p:tgtEl>
                                          <p:spTgt spid="23"/>
                                        </p:tgtEl>
                                      </p:cBhvr>
                                      <p:by x="105000" y="105000"/>
                                    </p:animScale>
                                  </p:childTnLst>
                                </p:cTn>
                              </p:par>
                              <p:par>
                                <p:cTn id="15" presetID="26" presetClass="emph" presetSubtype="0" fill="hold" grpId="0" nodeType="withEffect">
                                  <p:stCondLst>
                                    <p:cond delay="0"/>
                                  </p:stCondLst>
                                  <p:childTnLst>
                                    <p:animEffect transition="out" filter="fade">
                                      <p:cBhvr>
                                        <p:cTn id="16" dur="500" tmFilter="0, 0; .2, .5; .8, .5; 1, 0"/>
                                        <p:tgtEl>
                                          <p:spTgt spid="31"/>
                                        </p:tgtEl>
                                      </p:cBhvr>
                                    </p:animEffect>
                                    <p:animScale>
                                      <p:cBhvr>
                                        <p:cTn id="17" dur="250" autoRev="1" fill="hold"/>
                                        <p:tgtEl>
                                          <p:spTgt spid="31"/>
                                        </p:tgtEl>
                                      </p:cBhvr>
                                      <p:by x="105000" y="105000"/>
                                    </p:animScale>
                                  </p:childTnLst>
                                </p:cTn>
                              </p:par>
                              <p:par>
                                <p:cTn id="18" presetID="26" presetClass="emph" presetSubtype="0" fill="hold" grpId="0" nodeType="withEffect">
                                  <p:stCondLst>
                                    <p:cond delay="0"/>
                                  </p:stCondLst>
                                  <p:childTnLst>
                                    <p:animEffect transition="out" filter="fade">
                                      <p:cBhvr>
                                        <p:cTn id="19" dur="500" tmFilter="0, 0; .2, .5; .8, .5; 1, 0"/>
                                        <p:tgtEl>
                                          <p:spTgt spid="34"/>
                                        </p:tgtEl>
                                      </p:cBhvr>
                                    </p:animEffect>
                                    <p:animScale>
                                      <p:cBhvr>
                                        <p:cTn id="20" dur="250" autoRev="1" fill="hold"/>
                                        <p:tgtEl>
                                          <p:spTgt spid="34"/>
                                        </p:tgtEl>
                                      </p:cBhvr>
                                      <p:by x="105000" y="105000"/>
                                    </p:animScale>
                                  </p:childTnLst>
                                </p:cTn>
                              </p:par>
                              <p:par>
                                <p:cTn id="21" presetID="26" presetClass="emph" presetSubtype="0" fill="hold" grpId="0" nodeType="withEffect">
                                  <p:stCondLst>
                                    <p:cond delay="0"/>
                                  </p:stCondLst>
                                  <p:childTnLst>
                                    <p:animEffect transition="out" filter="fade">
                                      <p:cBhvr>
                                        <p:cTn id="22" dur="500" tmFilter="0, 0; .2, .5; .8, .5; 1, 0"/>
                                        <p:tgtEl>
                                          <p:spTgt spid="40"/>
                                        </p:tgtEl>
                                      </p:cBhvr>
                                    </p:animEffect>
                                    <p:animScale>
                                      <p:cBhvr>
                                        <p:cTn id="23" dur="250" autoRev="1" fill="hold"/>
                                        <p:tgtEl>
                                          <p:spTgt spid="4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31" grpId="0" animBg="1"/>
      <p:bldP spid="34" grpId="0" animBg="1"/>
      <p:bldP spid="40" grpId="0" animBg="1"/>
      <p:bldP spid="42" grpId="0" animBg="1"/>
      <p:bldP spid="43"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416412"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94589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363529"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9300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07908"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837387"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257009"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862166"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196433" y="2341984"/>
            <a:ext cx="4247595"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ectangle 42"/>
          <p:cNvSpPr/>
          <p:nvPr/>
        </p:nvSpPr>
        <p:spPr>
          <a:xfrm>
            <a:off x="834590" y="4150412"/>
            <a:ext cx="3730508"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394608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346755"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49118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298233"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3" name="Rectangle 12"/>
          <p:cNvSpPr/>
          <p:nvPr/>
        </p:nvSpPr>
        <p:spPr>
          <a:xfrm>
            <a:off x="58277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3219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6</a:t>
            </a:r>
          </a:p>
        </p:txBody>
      </p:sp>
      <p:sp>
        <p:nvSpPr>
          <p:cNvPr id="21" name="Rounded Rectangle 20"/>
          <p:cNvSpPr/>
          <p:nvPr/>
        </p:nvSpPr>
        <p:spPr>
          <a:xfrm>
            <a:off x="8346755"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4" y="2341984"/>
            <a:ext cx="968998"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6268414" y="2343539"/>
            <a:ext cx="968998"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5828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97654"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6</a:t>
            </a:r>
          </a:p>
        </p:txBody>
      </p:sp>
      <p:sp>
        <p:nvSpPr>
          <p:cNvPr id="21" name="Rounded Rectangle 20"/>
          <p:cNvSpPr/>
          <p:nvPr/>
        </p:nvSpPr>
        <p:spPr>
          <a:xfrm>
            <a:off x="8346755" y="2842727"/>
            <a:ext cx="839245" cy="839245"/>
          </a:xfrm>
          <a:prstGeom prst="roundRect">
            <a:avLst/>
          </a:prstGeom>
          <a:solidFill>
            <a:srgbClr val="CC6600">
              <a:alpha val="36000"/>
            </a:srgb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bg2"/>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8" y="2341984"/>
            <a:ext cx="2001619" cy="1618861"/>
          </a:xfrm>
          <a:prstGeom prst="rect">
            <a:avLst/>
          </a:prstGeom>
          <a:noFill/>
          <a:ln w="57150">
            <a:solidFill>
              <a:srgbClr val="669900">
                <a:alpha val="30196"/>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5235793" y="4079232"/>
            <a:ext cx="3873176"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727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19" name="Rounded Rectangle 18"/>
          <p:cNvSpPr/>
          <p:nvPr/>
        </p:nvSpPr>
        <p:spPr>
          <a:xfrm>
            <a:off x="73887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0" name="Rectangle 19"/>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21" name="Rounded Rectangle 20"/>
          <p:cNvSpPr/>
          <p:nvPr/>
        </p:nvSpPr>
        <p:spPr>
          <a:xfrm>
            <a:off x="8531767" y="2842727"/>
            <a:ext cx="839245" cy="839245"/>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2" name="Rectangle 21"/>
          <p:cNvSpPr/>
          <p:nvPr/>
        </p:nvSpPr>
        <p:spPr>
          <a:xfrm>
            <a:off x="90281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3539"/>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Rectangle 25"/>
          <p:cNvSpPr/>
          <p:nvPr/>
        </p:nvSpPr>
        <p:spPr>
          <a:xfrm>
            <a:off x="7307907" y="2343539"/>
            <a:ext cx="99345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Rectangle 26"/>
          <p:cNvSpPr/>
          <p:nvPr/>
        </p:nvSpPr>
        <p:spPr>
          <a:xfrm>
            <a:off x="8377560" y="2343539"/>
            <a:ext cx="106965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6434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739765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29" name="Rectangle 28"/>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8346755"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33" name="Rectangle 32"/>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36" name="Rectangle 35"/>
          <p:cNvSpPr/>
          <p:nvPr/>
        </p:nvSpPr>
        <p:spPr>
          <a:xfrm>
            <a:off x="7307908" y="2341984"/>
            <a:ext cx="20016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7" name="Rectangle 36"/>
          <p:cNvSpPr/>
          <p:nvPr/>
        </p:nvSpPr>
        <p:spPr>
          <a:xfrm>
            <a:off x="5235793" y="4079232"/>
            <a:ext cx="3873176" cy="461665"/>
          </a:xfrm>
          <a:prstGeom prst="rect">
            <a:avLst/>
          </a:prstGeom>
        </p:spPr>
        <p:txBody>
          <a:bodyPr wrap="none">
            <a:spAutoFit/>
          </a:bodyPr>
          <a:lstStyle/>
          <a:p>
            <a:r>
              <a:rPr lang="en-US" altLang="en-US" sz="2000" dirty="0">
                <a:solidFill>
                  <a:srgbClr val="336600"/>
                </a:solidFill>
              </a:rPr>
              <a:t>1 key comparison in merging</a:t>
            </a:r>
            <a:endParaRPr lang="en-GB" sz="2000" dirty="0">
              <a:solidFill>
                <a:srgbClr val="336600"/>
              </a:solidFill>
            </a:endParaRPr>
          </a:p>
        </p:txBody>
      </p:sp>
    </p:spTree>
    <p:extLst>
      <p:ext uri="{BB962C8B-B14F-4D97-AF65-F5344CB8AC3E}">
        <p14:creationId xmlns:p14="http://schemas.microsoft.com/office/powerpoint/2010/main" val="131745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5341716"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13" name="Rectangle 12"/>
          <p:cNvSpPr/>
          <p:nvPr/>
        </p:nvSpPr>
        <p:spPr>
          <a:xfrm>
            <a:off x="5871195"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6288833"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15" name="Rectangle 14"/>
          <p:cNvSpPr/>
          <p:nvPr/>
        </p:nvSpPr>
        <p:spPr>
          <a:xfrm>
            <a:off x="68183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46866" y="1423312"/>
            <a:ext cx="3743012" cy="535531"/>
          </a:xfrm>
          <a:prstGeom prst="rect">
            <a:avLst/>
          </a:prstGeom>
        </p:spPr>
        <p:txBody>
          <a:bodyPr wrap="none">
            <a:spAutoFit/>
          </a:bodyPr>
          <a:lstStyle/>
          <a:p>
            <a:pPr marL="447675" lvl="1" indent="-341313">
              <a:defRPr/>
            </a:pPr>
            <a:r>
              <a:rPr lang="en-US" sz="2400" dirty="0">
                <a:solidFill>
                  <a:srgbClr val="C00000"/>
                </a:solidFill>
              </a:rPr>
              <a:t>Sort in ascending order</a:t>
            </a:r>
          </a:p>
        </p:txBody>
      </p:sp>
      <p:sp>
        <p:nvSpPr>
          <p:cNvPr id="24" name="Rectangle 23"/>
          <p:cNvSpPr/>
          <p:nvPr/>
        </p:nvSpPr>
        <p:spPr>
          <a:xfrm>
            <a:off x="5235793" y="2341984"/>
            <a:ext cx="42114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Rounded Rectangle 22"/>
          <p:cNvSpPr/>
          <p:nvPr/>
        </p:nvSpPr>
        <p:spPr>
          <a:xfrm>
            <a:off x="1089910"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2" name="Rectangle 31"/>
          <p:cNvSpPr/>
          <p:nvPr/>
        </p:nvSpPr>
        <p:spPr>
          <a:xfrm>
            <a:off x="2544968"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35" name="Rectangle 34"/>
          <p:cNvSpPr/>
          <p:nvPr/>
        </p:nvSpPr>
        <p:spPr>
          <a:xfrm>
            <a:off x="3532010"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1" name="Rectangle 40"/>
          <p:cNvSpPr/>
          <p:nvPr/>
        </p:nvSpPr>
        <p:spPr>
          <a:xfrm>
            <a:off x="4488241"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2343539"/>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7397654"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29" name="Rectangle 28"/>
          <p:cNvSpPr/>
          <p:nvPr/>
        </p:nvSpPr>
        <p:spPr>
          <a:xfrm>
            <a:off x="7927133"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8346755" y="2842727"/>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33" name="Rectangle 32"/>
          <p:cNvSpPr/>
          <p:nvPr/>
        </p:nvSpPr>
        <p:spPr>
          <a:xfrm>
            <a:off x="8951912" y="239485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26" name="Rectangle 25"/>
          <p:cNvSpPr/>
          <p:nvPr/>
        </p:nvSpPr>
        <p:spPr>
          <a:xfrm>
            <a:off x="5235793" y="4079232"/>
            <a:ext cx="3873176" cy="461665"/>
          </a:xfrm>
          <a:prstGeom prst="rect">
            <a:avLst/>
          </a:prstGeom>
        </p:spPr>
        <p:txBody>
          <a:bodyPr wrap="none">
            <a:spAutoFit/>
          </a:bodyPr>
          <a:lstStyle/>
          <a:p>
            <a:r>
              <a:rPr lang="en-US" altLang="en-US" sz="2000" dirty="0">
                <a:solidFill>
                  <a:srgbClr val="336600"/>
                </a:solidFill>
              </a:rPr>
              <a:t>3 key comparison in merging</a:t>
            </a:r>
            <a:endParaRPr lang="en-GB" sz="2000" dirty="0">
              <a:solidFill>
                <a:srgbClr val="336600"/>
              </a:solidFill>
            </a:endParaRPr>
          </a:p>
        </p:txBody>
      </p:sp>
    </p:spTree>
    <p:extLst>
      <p:ext uri="{BB962C8B-B14F-4D97-AF65-F5344CB8AC3E}">
        <p14:creationId xmlns:p14="http://schemas.microsoft.com/office/powerpoint/2010/main" val="4066307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down)">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endParaRPr lang="en-US" altLang="en-US" dirty="0">
              <a:latin typeface="Arial" panose="020B0604020202020204" pitchFamily="34" charset="0"/>
            </a:endParaRPr>
          </a:p>
        </p:txBody>
      </p:sp>
      <p:sp>
        <p:nvSpPr>
          <p:cNvPr id="12" name="Rounded Rectangle 11"/>
          <p:cNvSpPr/>
          <p:nvPr/>
        </p:nvSpPr>
        <p:spPr>
          <a:xfrm>
            <a:off x="4951412"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13" name="Rectangle 12"/>
          <p:cNvSpPr/>
          <p:nvPr/>
        </p:nvSpPr>
        <p:spPr>
          <a:xfrm>
            <a:off x="5480891"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14" name="Rounded Rectangle 13"/>
          <p:cNvSpPr/>
          <p:nvPr/>
        </p:nvSpPr>
        <p:spPr>
          <a:xfrm>
            <a:off x="5898529"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15" name="Rectangle 14"/>
          <p:cNvSpPr/>
          <p:nvPr/>
        </p:nvSpPr>
        <p:spPr>
          <a:xfrm>
            <a:off x="6428008"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 name="Rectangle 2"/>
          <p:cNvSpPr/>
          <p:nvPr/>
        </p:nvSpPr>
        <p:spPr>
          <a:xfrm>
            <a:off x="633806" y="3515651"/>
            <a:ext cx="4102085" cy="535531"/>
          </a:xfrm>
          <a:prstGeom prst="rect">
            <a:avLst/>
          </a:prstGeom>
        </p:spPr>
        <p:txBody>
          <a:bodyPr wrap="none">
            <a:spAutoFit/>
          </a:bodyPr>
          <a:lstStyle/>
          <a:p>
            <a:pPr marL="447675" lvl="1" indent="-341313">
              <a:defRPr/>
            </a:pPr>
            <a:r>
              <a:rPr lang="en-US" sz="2400" dirty="0">
                <a:solidFill>
                  <a:srgbClr val="C00000"/>
                </a:solidFill>
              </a:rPr>
              <a:t>Sorted in ascending order</a:t>
            </a:r>
          </a:p>
        </p:txBody>
      </p:sp>
      <p:sp>
        <p:nvSpPr>
          <p:cNvPr id="23" name="Rounded Rectangle 22"/>
          <p:cNvSpPr/>
          <p:nvPr/>
        </p:nvSpPr>
        <p:spPr>
          <a:xfrm>
            <a:off x="1089910"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25" name="Rectangle 24"/>
          <p:cNvSpPr/>
          <p:nvPr/>
        </p:nvSpPr>
        <p:spPr>
          <a:xfrm>
            <a:off x="1619389"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31" name="Rounded Rectangle 30"/>
          <p:cNvSpPr/>
          <p:nvPr/>
        </p:nvSpPr>
        <p:spPr>
          <a:xfrm>
            <a:off x="2015489"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32" name="Rectangle 31"/>
          <p:cNvSpPr/>
          <p:nvPr/>
        </p:nvSpPr>
        <p:spPr>
          <a:xfrm>
            <a:off x="2544968"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34" name="Rounded Rectangle 33"/>
          <p:cNvSpPr/>
          <p:nvPr/>
        </p:nvSpPr>
        <p:spPr>
          <a:xfrm>
            <a:off x="3002531"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35" name="Rectangle 34"/>
          <p:cNvSpPr/>
          <p:nvPr/>
        </p:nvSpPr>
        <p:spPr>
          <a:xfrm>
            <a:off x="3532010"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0" name="Rounded Rectangle 39"/>
          <p:cNvSpPr/>
          <p:nvPr/>
        </p:nvSpPr>
        <p:spPr>
          <a:xfrm>
            <a:off x="3958762"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41" name="Rectangle 40"/>
          <p:cNvSpPr/>
          <p:nvPr/>
        </p:nvSpPr>
        <p:spPr>
          <a:xfrm>
            <a:off x="4488241"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2" name="Rectangle 41"/>
          <p:cNvSpPr/>
          <p:nvPr/>
        </p:nvSpPr>
        <p:spPr>
          <a:xfrm>
            <a:off x="834590" y="4132262"/>
            <a:ext cx="8115783"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Rounded Rectangle 27"/>
          <p:cNvSpPr/>
          <p:nvPr/>
        </p:nvSpPr>
        <p:spPr>
          <a:xfrm>
            <a:off x="6900815"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29" name="Rectangle 28"/>
          <p:cNvSpPr/>
          <p:nvPr/>
        </p:nvSpPr>
        <p:spPr>
          <a:xfrm>
            <a:off x="7430294"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30" name="Rounded Rectangle 29"/>
          <p:cNvSpPr/>
          <p:nvPr/>
        </p:nvSpPr>
        <p:spPr>
          <a:xfrm>
            <a:off x="7849916" y="4631450"/>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33" name="Rectangle 32"/>
          <p:cNvSpPr/>
          <p:nvPr/>
        </p:nvSpPr>
        <p:spPr>
          <a:xfrm>
            <a:off x="8455073" y="41835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
        <p:nvSpPr>
          <p:cNvPr id="26" name="Rectangle 25"/>
          <p:cNvSpPr/>
          <p:nvPr/>
        </p:nvSpPr>
        <p:spPr>
          <a:xfrm>
            <a:off x="834590" y="5939135"/>
            <a:ext cx="3873176" cy="461665"/>
          </a:xfrm>
          <a:prstGeom prst="rect">
            <a:avLst/>
          </a:prstGeom>
        </p:spPr>
        <p:txBody>
          <a:bodyPr wrap="none">
            <a:spAutoFit/>
          </a:bodyPr>
          <a:lstStyle/>
          <a:p>
            <a:r>
              <a:rPr lang="en-US" altLang="en-US" sz="2000" dirty="0">
                <a:solidFill>
                  <a:srgbClr val="336600"/>
                </a:solidFill>
              </a:rPr>
              <a:t>7 key comparisons in merging</a:t>
            </a:r>
            <a:endParaRPr lang="en-GB" sz="2000" dirty="0">
              <a:solidFill>
                <a:srgbClr val="336600"/>
              </a:solidFill>
            </a:endParaRPr>
          </a:p>
        </p:txBody>
      </p:sp>
      <p:sp>
        <p:nvSpPr>
          <p:cNvPr id="22" name="Rounded Rectangle 21"/>
          <p:cNvSpPr/>
          <p:nvPr/>
        </p:nvSpPr>
        <p:spPr>
          <a:xfrm>
            <a:off x="5341716"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22</a:t>
            </a:r>
          </a:p>
        </p:txBody>
      </p:sp>
      <p:sp>
        <p:nvSpPr>
          <p:cNvPr id="24" name="Rectangle 23"/>
          <p:cNvSpPr/>
          <p:nvPr/>
        </p:nvSpPr>
        <p:spPr>
          <a:xfrm>
            <a:off x="5871195"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4</a:t>
            </a:r>
          </a:p>
        </p:txBody>
      </p:sp>
      <p:sp>
        <p:nvSpPr>
          <p:cNvPr id="27" name="Rounded Rectangle 26"/>
          <p:cNvSpPr/>
          <p:nvPr/>
        </p:nvSpPr>
        <p:spPr>
          <a:xfrm>
            <a:off x="6288833"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59</a:t>
            </a:r>
          </a:p>
        </p:txBody>
      </p:sp>
      <p:sp>
        <p:nvSpPr>
          <p:cNvPr id="36" name="Rectangle 35"/>
          <p:cNvSpPr/>
          <p:nvPr/>
        </p:nvSpPr>
        <p:spPr>
          <a:xfrm>
            <a:off x="6818312"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5</a:t>
            </a:r>
          </a:p>
        </p:txBody>
      </p:sp>
      <p:sp>
        <p:nvSpPr>
          <p:cNvPr id="37" name="Rectangle 36"/>
          <p:cNvSpPr/>
          <p:nvPr/>
        </p:nvSpPr>
        <p:spPr>
          <a:xfrm>
            <a:off x="5235793" y="1600200"/>
            <a:ext cx="4211419"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8" name="Rounded Rectangle 37"/>
          <p:cNvSpPr/>
          <p:nvPr/>
        </p:nvSpPr>
        <p:spPr>
          <a:xfrm>
            <a:off x="1089910"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10</a:t>
            </a:r>
          </a:p>
        </p:txBody>
      </p:sp>
      <p:sp>
        <p:nvSpPr>
          <p:cNvPr id="39" name="Rectangle 38"/>
          <p:cNvSpPr/>
          <p:nvPr/>
        </p:nvSpPr>
        <p:spPr>
          <a:xfrm>
            <a:off x="1619389"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0</a:t>
            </a:r>
          </a:p>
        </p:txBody>
      </p:sp>
      <p:sp>
        <p:nvSpPr>
          <p:cNvPr id="43" name="Rounded Rectangle 42"/>
          <p:cNvSpPr/>
          <p:nvPr/>
        </p:nvSpPr>
        <p:spPr>
          <a:xfrm>
            <a:off x="2015489"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25</a:t>
            </a:r>
          </a:p>
        </p:txBody>
      </p:sp>
      <p:sp>
        <p:nvSpPr>
          <p:cNvPr id="44" name="Rectangle 43"/>
          <p:cNvSpPr/>
          <p:nvPr/>
        </p:nvSpPr>
        <p:spPr>
          <a:xfrm>
            <a:off x="2544968"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1</a:t>
            </a:r>
          </a:p>
        </p:txBody>
      </p:sp>
      <p:sp>
        <p:nvSpPr>
          <p:cNvPr id="45" name="Rounded Rectangle 44"/>
          <p:cNvSpPr/>
          <p:nvPr/>
        </p:nvSpPr>
        <p:spPr>
          <a:xfrm>
            <a:off x="3002531"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71</a:t>
            </a:r>
          </a:p>
        </p:txBody>
      </p:sp>
      <p:sp>
        <p:nvSpPr>
          <p:cNvPr id="46" name="Rectangle 45"/>
          <p:cNvSpPr/>
          <p:nvPr/>
        </p:nvSpPr>
        <p:spPr>
          <a:xfrm>
            <a:off x="3532010"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2</a:t>
            </a:r>
          </a:p>
        </p:txBody>
      </p:sp>
      <p:sp>
        <p:nvSpPr>
          <p:cNvPr id="47" name="Rounded Rectangle 46"/>
          <p:cNvSpPr/>
          <p:nvPr/>
        </p:nvSpPr>
        <p:spPr>
          <a:xfrm>
            <a:off x="3958762"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90</a:t>
            </a:r>
          </a:p>
        </p:txBody>
      </p:sp>
      <p:sp>
        <p:nvSpPr>
          <p:cNvPr id="48" name="Rectangle 47"/>
          <p:cNvSpPr/>
          <p:nvPr/>
        </p:nvSpPr>
        <p:spPr>
          <a:xfrm>
            <a:off x="4488241"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2"/>
                </a:solidFill>
              </a:rPr>
              <a:t>3</a:t>
            </a:r>
          </a:p>
        </p:txBody>
      </p:sp>
      <p:sp>
        <p:nvSpPr>
          <p:cNvPr id="49" name="Rectangle 48"/>
          <p:cNvSpPr/>
          <p:nvPr/>
        </p:nvSpPr>
        <p:spPr>
          <a:xfrm>
            <a:off x="834590" y="1601755"/>
            <a:ext cx="4195521" cy="1618861"/>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0" name="Rounded Rectangle 49"/>
          <p:cNvSpPr/>
          <p:nvPr/>
        </p:nvSpPr>
        <p:spPr>
          <a:xfrm>
            <a:off x="7397654"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74</a:t>
            </a:r>
          </a:p>
        </p:txBody>
      </p:sp>
      <p:sp>
        <p:nvSpPr>
          <p:cNvPr id="51" name="Rectangle 50"/>
          <p:cNvSpPr/>
          <p:nvPr/>
        </p:nvSpPr>
        <p:spPr>
          <a:xfrm>
            <a:off x="7927133"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6</a:t>
            </a:r>
          </a:p>
        </p:txBody>
      </p:sp>
      <p:sp>
        <p:nvSpPr>
          <p:cNvPr id="52" name="Rounded Rectangle 51"/>
          <p:cNvSpPr/>
          <p:nvPr/>
        </p:nvSpPr>
        <p:spPr>
          <a:xfrm>
            <a:off x="8346755" y="2100943"/>
            <a:ext cx="839245" cy="839245"/>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800" dirty="0"/>
              <a:t>94</a:t>
            </a:r>
          </a:p>
        </p:txBody>
      </p:sp>
      <p:sp>
        <p:nvSpPr>
          <p:cNvPr id="53" name="Rectangle 52"/>
          <p:cNvSpPr/>
          <p:nvPr/>
        </p:nvSpPr>
        <p:spPr>
          <a:xfrm>
            <a:off x="8951912" y="165307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chemeClr val="tx1"/>
                </a:solidFill>
              </a:rPr>
              <a:t>7</a:t>
            </a:r>
          </a:p>
        </p:txBody>
      </p:sp>
    </p:spTree>
    <p:extLst>
      <p:ext uri="{BB962C8B-B14F-4D97-AF65-F5344CB8AC3E}">
        <p14:creationId xmlns:p14="http://schemas.microsoft.com/office/powerpoint/2010/main" val="70393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500"/>
                                        <p:tgtEl>
                                          <p:spTgt spid="42"/>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wipe(down)">
                                      <p:cBhvr>
                                        <p:cTn id="10" dur="500"/>
                                        <p:tgtEl>
                                          <p:spTgt spid="26"/>
                                        </p:tgtEl>
                                      </p:cBhvr>
                                    </p:animEffect>
                                  </p:childTnLst>
                                </p:cTn>
                              </p:par>
                              <p:par>
                                <p:cTn id="11" presetID="26" presetClass="emph" presetSubtype="0" fill="hold" grpId="0" nodeType="withEffect">
                                  <p:stCondLst>
                                    <p:cond delay="0"/>
                                  </p:stCondLst>
                                  <p:childTnLst>
                                    <p:animEffect transition="out" filter="fade">
                                      <p:cBhvr>
                                        <p:cTn id="12" dur="500" tmFilter="0, 0; .2, .5; .8, .5; 1, 0"/>
                                        <p:tgtEl>
                                          <p:spTgt spid="3"/>
                                        </p:tgtEl>
                                      </p:cBhvr>
                                    </p:animEffect>
                                    <p:animScale>
                                      <p:cBhvr>
                                        <p:cTn id="13" dur="250" autoRev="1" fill="hold"/>
                                        <p:tgtEl>
                                          <p:spTgt spid="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2" grpId="0" animBg="1"/>
      <p:bldP spid="2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Merge (Pseudo Code)</a:t>
            </a:r>
          </a:p>
        </p:txBody>
      </p:sp>
    </p:spTree>
    <p:extLst>
      <p:ext uri="{BB962C8B-B14F-4D97-AF65-F5344CB8AC3E}">
        <p14:creationId xmlns:p14="http://schemas.microsoft.com/office/powerpoint/2010/main" val="1224419563"/>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0" y="1447800"/>
            <a:ext cx="8912543"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pPr marL="1881188" indent="-1881188">
              <a:buNone/>
            </a:pPr>
            <a:endParaRPr lang="en-GB" sz="2000" dirty="0"/>
          </a:p>
        </p:txBody>
      </p:sp>
      <p:grpSp>
        <p:nvGrpSpPr>
          <p:cNvPr id="40" name="Group 39">
            <a:extLst>
              <a:ext uri="{FF2B5EF4-FFF2-40B4-BE49-F238E27FC236}">
                <a16:creationId xmlns:a16="http://schemas.microsoft.com/office/drawing/2014/main" id="{0DDE6206-1D0B-00D0-9D77-FF0831D6BBCB}"/>
              </a:ext>
            </a:extLst>
          </p:cNvPr>
          <p:cNvGrpSpPr/>
          <p:nvPr/>
        </p:nvGrpSpPr>
        <p:grpSpPr>
          <a:xfrm>
            <a:off x="1217612" y="5161639"/>
            <a:ext cx="4973531" cy="967283"/>
            <a:chOff x="1141412" y="5240215"/>
            <a:chExt cx="4973531" cy="967283"/>
          </a:xfrm>
        </p:grpSpPr>
        <p:sp>
          <p:nvSpPr>
            <p:cNvPr id="9" name="Rounded Rectangle 8">
              <a:extLst>
                <a:ext uri="{FF2B5EF4-FFF2-40B4-BE49-F238E27FC236}">
                  <a16:creationId xmlns:a16="http://schemas.microsoft.com/office/drawing/2014/main" id="{24521781-9232-11C8-530A-6F3786AE891B}"/>
                </a:ext>
              </a:extLst>
            </p:cNvPr>
            <p:cNvSpPr/>
            <p:nvPr/>
          </p:nvSpPr>
          <p:spPr>
            <a:xfrm>
              <a:off x="1267752" y="569545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7" name="Rectangle 16">
              <a:extLst>
                <a:ext uri="{FF2B5EF4-FFF2-40B4-BE49-F238E27FC236}">
                  <a16:creationId xmlns:a16="http://schemas.microsoft.com/office/drawing/2014/main" id="{BF1911DF-807A-A105-5B7E-EE549E89E61A}"/>
                </a:ext>
              </a:extLst>
            </p:cNvPr>
            <p:cNvSpPr/>
            <p:nvPr/>
          </p:nvSpPr>
          <p:spPr>
            <a:xfrm>
              <a:off x="1141412"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Rounded Rectangle 21">
              <a:extLst>
                <a:ext uri="{FF2B5EF4-FFF2-40B4-BE49-F238E27FC236}">
                  <a16:creationId xmlns:a16="http://schemas.microsoft.com/office/drawing/2014/main" id="{6929B3E0-DEBE-0AD1-B6A1-CFF7AB6097F6}"/>
                </a:ext>
              </a:extLst>
            </p:cNvPr>
            <p:cNvSpPr/>
            <p:nvPr/>
          </p:nvSpPr>
          <p:spPr>
            <a:xfrm>
              <a:off x="1842912"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23" name="Rounded Rectangle 22">
              <a:extLst>
                <a:ext uri="{FF2B5EF4-FFF2-40B4-BE49-F238E27FC236}">
                  <a16:creationId xmlns:a16="http://schemas.microsoft.com/office/drawing/2014/main" id="{3BCAAEA4-00FB-1A98-1D28-CE19436624CC}"/>
                </a:ext>
              </a:extLst>
            </p:cNvPr>
            <p:cNvSpPr/>
            <p:nvPr/>
          </p:nvSpPr>
          <p:spPr>
            <a:xfrm>
              <a:off x="2399505"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24" name="Rounded Rectangle 23">
              <a:extLst>
                <a:ext uri="{FF2B5EF4-FFF2-40B4-BE49-F238E27FC236}">
                  <a16:creationId xmlns:a16="http://schemas.microsoft.com/office/drawing/2014/main" id="{17071B20-0647-59DF-E7B3-2C5226393C55}"/>
                </a:ext>
              </a:extLst>
            </p:cNvPr>
            <p:cNvSpPr/>
            <p:nvPr/>
          </p:nvSpPr>
          <p:spPr>
            <a:xfrm>
              <a:off x="2964894"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25" name="Rounded Rectangle 24">
              <a:extLst>
                <a:ext uri="{FF2B5EF4-FFF2-40B4-BE49-F238E27FC236}">
                  <a16:creationId xmlns:a16="http://schemas.microsoft.com/office/drawing/2014/main" id="{4F91D0C0-51F1-0CC7-F482-015DCA478F96}"/>
                </a:ext>
              </a:extLst>
            </p:cNvPr>
            <p:cNvSpPr/>
            <p:nvPr/>
          </p:nvSpPr>
          <p:spPr>
            <a:xfrm>
              <a:off x="3807248"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30" name="Rectangle 29">
              <a:extLst>
                <a:ext uri="{FF2B5EF4-FFF2-40B4-BE49-F238E27FC236}">
                  <a16:creationId xmlns:a16="http://schemas.microsoft.com/office/drawing/2014/main" id="{5B182421-9980-C973-FA31-327E5DB2E071}"/>
                </a:ext>
              </a:extLst>
            </p:cNvPr>
            <p:cNvSpPr/>
            <p:nvPr/>
          </p:nvSpPr>
          <p:spPr>
            <a:xfrm>
              <a:off x="3680907"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Rounded Rectangle 30">
              <a:extLst>
                <a:ext uri="{FF2B5EF4-FFF2-40B4-BE49-F238E27FC236}">
                  <a16:creationId xmlns:a16="http://schemas.microsoft.com/office/drawing/2014/main" id="{12492A26-F0AB-DBB1-DFA0-030735BB7AA6}"/>
                </a:ext>
              </a:extLst>
            </p:cNvPr>
            <p:cNvSpPr/>
            <p:nvPr/>
          </p:nvSpPr>
          <p:spPr>
            <a:xfrm>
              <a:off x="4382408"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32" name="Rounded Rectangle 31">
              <a:extLst>
                <a:ext uri="{FF2B5EF4-FFF2-40B4-BE49-F238E27FC236}">
                  <a16:creationId xmlns:a16="http://schemas.microsoft.com/office/drawing/2014/main" id="{6CAF6EA2-2CD4-635F-E6ED-E063990E39A8}"/>
                </a:ext>
              </a:extLst>
            </p:cNvPr>
            <p:cNvSpPr/>
            <p:nvPr/>
          </p:nvSpPr>
          <p:spPr>
            <a:xfrm>
              <a:off x="4939003" y="569545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33" name="Rounded Rectangle 32">
              <a:extLst>
                <a:ext uri="{FF2B5EF4-FFF2-40B4-BE49-F238E27FC236}">
                  <a16:creationId xmlns:a16="http://schemas.microsoft.com/office/drawing/2014/main" id="{1102F129-DA0E-6384-82A6-4D163FF74AD6}"/>
                </a:ext>
              </a:extLst>
            </p:cNvPr>
            <p:cNvSpPr/>
            <p:nvPr/>
          </p:nvSpPr>
          <p:spPr>
            <a:xfrm>
              <a:off x="5504385"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36" name="TextBox 35">
              <a:extLst>
                <a:ext uri="{FF2B5EF4-FFF2-40B4-BE49-F238E27FC236}">
                  <a16:creationId xmlns:a16="http://schemas.microsoft.com/office/drawing/2014/main" id="{3729D9A2-3685-033D-439F-DF8B6857EF4F}"/>
                </a:ext>
              </a:extLst>
            </p:cNvPr>
            <p:cNvSpPr txBox="1"/>
            <p:nvPr/>
          </p:nvSpPr>
          <p:spPr>
            <a:xfrm>
              <a:off x="1353077" y="5240215"/>
              <a:ext cx="309700" cy="360612"/>
            </a:xfrm>
            <a:prstGeom prst="rect">
              <a:avLst/>
            </a:prstGeom>
            <a:noFill/>
          </p:spPr>
          <p:txBody>
            <a:bodyPr wrap="none" rtlCol="0">
              <a:spAutoFit/>
            </a:bodyPr>
            <a:lstStyle/>
            <a:p>
              <a:r>
                <a:rPr lang="en-US" dirty="0">
                  <a:solidFill>
                    <a:srgbClr val="FF0000"/>
                  </a:solidFill>
                </a:rPr>
                <a:t>n</a:t>
              </a:r>
            </a:p>
          </p:txBody>
        </p:sp>
        <p:sp>
          <p:nvSpPr>
            <p:cNvPr id="37" name="TextBox 36">
              <a:extLst>
                <a:ext uri="{FF2B5EF4-FFF2-40B4-BE49-F238E27FC236}">
                  <a16:creationId xmlns:a16="http://schemas.microsoft.com/office/drawing/2014/main" id="{212000F6-0FAA-CC32-2F29-5F7BBBDF75A0}"/>
                </a:ext>
              </a:extLst>
            </p:cNvPr>
            <p:cNvSpPr txBox="1"/>
            <p:nvPr/>
          </p:nvSpPr>
          <p:spPr>
            <a:xfrm>
              <a:off x="5574604" y="5276786"/>
              <a:ext cx="367408" cy="360612"/>
            </a:xfrm>
            <a:prstGeom prst="rect">
              <a:avLst/>
            </a:prstGeom>
            <a:noFill/>
          </p:spPr>
          <p:txBody>
            <a:bodyPr wrap="none" rtlCol="0">
              <a:spAutoFit/>
            </a:bodyPr>
            <a:lstStyle/>
            <a:p>
              <a:r>
                <a:rPr lang="en-US" dirty="0">
                  <a:solidFill>
                    <a:srgbClr val="FF0000"/>
                  </a:solidFill>
                </a:rPr>
                <a:t>m</a:t>
              </a:r>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a:t>
            </a:r>
            <a:r>
              <a:rPr lang="en-US" sz="2000" dirty="0">
                <a:effectLst/>
                <a:ea typeface="Verdana" panose="020B0604030504040204" pitchFamily="34" charset="0"/>
                <a:cs typeface="Verdana" panose="020B0604030504040204" pitchFamily="34" charset="0"/>
              </a:rPr>
              <a:t>merge(</a:t>
            </a:r>
            <a:r>
              <a:rPr lang="en-US" sz="2000" dirty="0" err="1">
                <a:effectLst/>
                <a:ea typeface="Verdana" panose="020B0604030504040204" pitchFamily="34" charset="0"/>
                <a:cs typeface="Verdana" panose="020B0604030504040204" pitchFamily="34" charset="0"/>
              </a:rPr>
              <a:t>int</a:t>
            </a:r>
            <a:r>
              <a:rPr lang="en-US" sz="2000" dirty="0">
                <a:effectLst/>
                <a:ea typeface="Verdana" panose="020B0604030504040204" pitchFamily="34" charset="0"/>
                <a:cs typeface="Verdana" panose="020B0604030504040204" pitchFamily="34" charset="0"/>
              </a:rPr>
              <a:t> n, </a:t>
            </a:r>
            <a:r>
              <a:rPr lang="en-US" sz="2000" dirty="0" err="1">
                <a:effectLst/>
                <a:ea typeface="Verdana" panose="020B0604030504040204" pitchFamily="34" charset="0"/>
                <a:cs typeface="Verdana" panose="020B0604030504040204" pitchFamily="34" charset="0"/>
              </a:rPr>
              <a:t>int</a:t>
            </a:r>
            <a:r>
              <a:rPr lang="en-US" sz="2000" dirty="0">
                <a:effectLst/>
                <a:ea typeface="Verdana" panose="020B0604030504040204" pitchFamily="34" charset="0"/>
                <a:cs typeface="Verdana" panose="020B0604030504040204" pitchFamily="34" charset="0"/>
              </a:rPr>
              <a:t> m) </a:t>
            </a:r>
            <a:r>
              <a:rPr lang="en-US" sz="2000" b="1"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if (m-n &lt;= 0) </a:t>
            </a:r>
            <a:r>
              <a:rPr lang="en-US" sz="2000" dirty="0">
                <a:ea typeface="Verdana" panose="020B0604030504040204" pitchFamily="34" charset="0"/>
                <a:cs typeface="Verdana" panose="020B0604030504040204" pitchFamily="34" charset="0"/>
              </a:rPr>
              <a:t>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62A67D0A-5813-C7BE-EEDE-6FBF64B146BB}"/>
              </a:ext>
            </a:extLst>
          </p:cNvPr>
          <p:cNvGrpSpPr/>
          <p:nvPr/>
        </p:nvGrpSpPr>
        <p:grpSpPr>
          <a:xfrm>
            <a:off x="1217612" y="5161639"/>
            <a:ext cx="4973531" cy="967283"/>
            <a:chOff x="1141412" y="5240215"/>
            <a:chExt cx="4973531" cy="967283"/>
          </a:xfrm>
        </p:grpSpPr>
        <p:sp>
          <p:nvSpPr>
            <p:cNvPr id="5" name="Rounded Rectangle 4">
              <a:extLst>
                <a:ext uri="{FF2B5EF4-FFF2-40B4-BE49-F238E27FC236}">
                  <a16:creationId xmlns:a16="http://schemas.microsoft.com/office/drawing/2014/main" id="{67C19EC0-5767-A672-76F9-E464A29BF01D}"/>
                </a:ext>
              </a:extLst>
            </p:cNvPr>
            <p:cNvSpPr/>
            <p:nvPr/>
          </p:nvSpPr>
          <p:spPr>
            <a:xfrm>
              <a:off x="1267752" y="569545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E176C224-515E-3178-B980-2033F2401591}"/>
                </a:ext>
              </a:extLst>
            </p:cNvPr>
            <p:cNvSpPr/>
            <p:nvPr/>
          </p:nvSpPr>
          <p:spPr>
            <a:xfrm>
              <a:off x="1141412"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89757957-9970-8E03-ABFD-62677B2625D4}"/>
                </a:ext>
              </a:extLst>
            </p:cNvPr>
            <p:cNvSpPr/>
            <p:nvPr/>
          </p:nvSpPr>
          <p:spPr>
            <a:xfrm>
              <a:off x="1842912"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BE8CAE38-8DF0-3312-62AD-0EB6980EDF52}"/>
                </a:ext>
              </a:extLst>
            </p:cNvPr>
            <p:cNvSpPr/>
            <p:nvPr/>
          </p:nvSpPr>
          <p:spPr>
            <a:xfrm>
              <a:off x="2399505"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C3E7962-6552-17C1-5EBB-B2B66ACD666D}"/>
                </a:ext>
              </a:extLst>
            </p:cNvPr>
            <p:cNvSpPr/>
            <p:nvPr/>
          </p:nvSpPr>
          <p:spPr>
            <a:xfrm>
              <a:off x="2964894"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B25CA516-ACA4-3C34-5CED-4233240C2BED}"/>
                </a:ext>
              </a:extLst>
            </p:cNvPr>
            <p:cNvSpPr/>
            <p:nvPr/>
          </p:nvSpPr>
          <p:spPr>
            <a:xfrm>
              <a:off x="3807248" y="5695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5539DE60-1502-4162-FF22-D3AA7F233EF3}"/>
                </a:ext>
              </a:extLst>
            </p:cNvPr>
            <p:cNvSpPr/>
            <p:nvPr/>
          </p:nvSpPr>
          <p:spPr>
            <a:xfrm>
              <a:off x="3680907" y="5619793"/>
              <a:ext cx="2434036" cy="587705"/>
            </a:xfrm>
            <a:prstGeom prst="rect">
              <a:avLst/>
            </a:prstGeom>
            <a:noFill/>
            <a:ln w="28575">
              <a:solidFill>
                <a:srgbClr val="6699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34419C2A-0957-B112-AE19-08534DF7CFFE}"/>
                </a:ext>
              </a:extLst>
            </p:cNvPr>
            <p:cNvSpPr/>
            <p:nvPr/>
          </p:nvSpPr>
          <p:spPr>
            <a:xfrm>
              <a:off x="4382408"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3D12585C-6B95-0E8C-4E5A-46D163A3AAC7}"/>
                </a:ext>
              </a:extLst>
            </p:cNvPr>
            <p:cNvSpPr/>
            <p:nvPr/>
          </p:nvSpPr>
          <p:spPr>
            <a:xfrm>
              <a:off x="4939003" y="569545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3B7B0935-494B-C8D8-4125-00F775C83183}"/>
                </a:ext>
              </a:extLst>
            </p:cNvPr>
            <p:cNvSpPr/>
            <p:nvPr/>
          </p:nvSpPr>
          <p:spPr>
            <a:xfrm>
              <a:off x="5504385" y="569545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D5F54316-F26C-4235-406F-18DAA0C4D18C}"/>
                </a:ext>
              </a:extLst>
            </p:cNvPr>
            <p:cNvSpPr txBox="1"/>
            <p:nvPr/>
          </p:nvSpPr>
          <p:spPr>
            <a:xfrm>
              <a:off x="1353077" y="5240215"/>
              <a:ext cx="309700" cy="360612"/>
            </a:xfrm>
            <a:prstGeom prst="rect">
              <a:avLst/>
            </a:prstGeom>
            <a:noFill/>
          </p:spPr>
          <p:txBody>
            <a:bodyPr wrap="none" rtlCol="0">
              <a:spAutoFit/>
            </a:bodyPr>
            <a:lstStyle/>
            <a:p>
              <a:r>
                <a:rPr lang="en-US" dirty="0">
                  <a:solidFill>
                    <a:srgbClr val="FF0000"/>
                  </a:solidFill>
                </a:rPr>
                <a:t>n</a:t>
              </a:r>
            </a:p>
          </p:txBody>
        </p:sp>
        <p:sp>
          <p:nvSpPr>
            <p:cNvPr id="16" name="TextBox 15">
              <a:extLst>
                <a:ext uri="{FF2B5EF4-FFF2-40B4-BE49-F238E27FC236}">
                  <a16:creationId xmlns:a16="http://schemas.microsoft.com/office/drawing/2014/main" id="{4CBAD573-5C4A-8B97-FAE4-9C55662A30FB}"/>
                </a:ext>
              </a:extLst>
            </p:cNvPr>
            <p:cNvSpPr txBox="1"/>
            <p:nvPr/>
          </p:nvSpPr>
          <p:spPr>
            <a:xfrm>
              <a:off x="5574604" y="5276786"/>
              <a:ext cx="367408" cy="360612"/>
            </a:xfrm>
            <a:prstGeom prst="rect">
              <a:avLst/>
            </a:prstGeom>
            <a:noFill/>
          </p:spPr>
          <p:txBody>
            <a:bodyPr wrap="none" rtlCol="0">
              <a:spAutoFit/>
            </a:bodyPr>
            <a:lstStyle/>
            <a:p>
              <a:r>
                <a:rPr lang="en-US" dirty="0">
                  <a:solidFill>
                    <a:srgbClr val="FF0000"/>
                  </a:solidFill>
                </a:rPr>
                <a:t>m</a:t>
              </a:r>
            </a:p>
          </p:txBody>
        </p:sp>
      </p:grpSp>
    </p:spTree>
    <p:extLst>
      <p:ext uri="{BB962C8B-B14F-4D97-AF65-F5344CB8AC3E}">
        <p14:creationId xmlns:p14="http://schemas.microsoft.com/office/powerpoint/2010/main" val="38130990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while (both halves are not empty) {</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pPr marL="1881188" indent="-1881188">
              <a:buNone/>
            </a:pPr>
            <a:endParaRPr lang="en-US" sz="2000" dirty="0">
              <a:ea typeface="Verdana" panose="020B0604030504040204" pitchFamily="34" charset="0"/>
              <a:cs typeface="Verdana" panose="020B0604030504040204" pitchFamily="34" charset="0"/>
            </a:endParaRPr>
          </a:p>
          <a:p>
            <a:endParaRPr lang="en-GB" sz="2000" dirty="0"/>
          </a:p>
        </p:txBody>
      </p:sp>
      <p:grpSp>
        <p:nvGrpSpPr>
          <p:cNvPr id="18" name="Group 17">
            <a:extLst>
              <a:ext uri="{FF2B5EF4-FFF2-40B4-BE49-F238E27FC236}">
                <a16:creationId xmlns:a16="http://schemas.microsoft.com/office/drawing/2014/main" id="{AB2444CB-2D09-63F4-F533-CFCCED671BC3}"/>
              </a:ext>
            </a:extLst>
          </p:cNvPr>
          <p:cNvGrpSpPr/>
          <p:nvPr/>
        </p:nvGrpSpPr>
        <p:grpSpPr>
          <a:xfrm>
            <a:off x="912812" y="5386387"/>
            <a:ext cx="4973531" cy="954149"/>
            <a:chOff x="1194899" y="5412795"/>
            <a:chExt cx="4973531" cy="954149"/>
          </a:xfrm>
        </p:grpSpPr>
        <p:sp>
          <p:nvSpPr>
            <p:cNvPr id="5" name="Rounded Rectangle 4">
              <a:extLst>
                <a:ext uri="{FF2B5EF4-FFF2-40B4-BE49-F238E27FC236}">
                  <a16:creationId xmlns:a16="http://schemas.microsoft.com/office/drawing/2014/main" id="{D1C6B5E9-1A91-2351-95BA-B7092FC70B8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C52B734B-A1E0-669B-BF61-BA52431589C9}"/>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6B1905B0-0118-725B-BEA4-F7ACF646F9EB}"/>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A819A9A-718E-1B37-1FD9-90FD0E43FD05}"/>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5136268-6963-0458-AC7B-15A7BAD37BBC}"/>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6BAA5612-39D4-D565-919C-573BDCE5A311}"/>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881DAC3E-7AC5-3822-74ED-A87AE9AD71F1}"/>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6F94C0BD-69FB-BF38-B522-B1BC23557F2A}"/>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C6DA43CE-35C0-6070-0ADA-371ABC99B50B}"/>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FF04F879-A553-31C8-A7BE-E432D01A91F3}"/>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72C639BF-B27D-8790-94B9-2D7B23471E18}"/>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B74C9394-BC14-04DD-3BE4-9AF57ECE81D2}"/>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C87BEEB1-D7D7-BB90-B58B-B642FD25FDA8}"/>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6871774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n</a:t>
            </a:r>
            <a:r>
              <a:rPr lang="en-US" sz="2000" b="1" dirty="0">
                <a:ea typeface="Verdana" panose="020B0604030504040204" pitchFamily="34" charset="0"/>
                <a:cs typeface="Verdana" panose="020B0604030504040204" pitchFamily="34" charset="0"/>
              </a:rPr>
              <a:t>, </a:t>
            </a:r>
            <a:r>
              <a:rPr lang="en-US" sz="2000" b="1" dirty="0" err="1">
                <a:effectLst>
                  <a:glow rad="139700">
                    <a:srgbClr val="FFC000">
                      <a:alpha val="40000"/>
                    </a:srgbClr>
                  </a:glow>
                </a:effectLst>
                <a:ea typeface="Verdana" panose="020B0604030504040204" pitchFamily="34" charset="0"/>
                <a:cs typeface="Verdana" panose="020B0604030504040204" pitchFamily="34" charset="0"/>
              </a:rPr>
              <a:t>int</a:t>
            </a:r>
            <a:r>
              <a:rPr lang="en-US" sz="2000" b="1" dirty="0">
                <a:effectLst>
                  <a:glow rad="139700">
                    <a:srgbClr val="FFC000">
                      <a:alpha val="40000"/>
                    </a:srgbClr>
                  </a:glow>
                </a:effectLst>
                <a:ea typeface="Verdana" panose="020B0604030504040204" pitchFamily="34" charset="0"/>
                <a:cs typeface="Verdana" panose="020B0604030504040204" pitchFamily="34" charset="0"/>
              </a:rPr>
              <a:t> m</a:t>
            </a:r>
            <a:r>
              <a:rPr lang="en-US" sz="2000" b="1" dirty="0">
                <a:ea typeface="Verdana" panose="020B0604030504040204" pitchFamily="34" charset="0"/>
                <a:cs typeface="Verdana" panose="020B0604030504040204" pitchFamily="34" charset="0"/>
              </a:rPr>
              <a:t>)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F2EB3AEA-4279-65C0-00C6-7899E9FAD77E}"/>
              </a:ext>
            </a:extLst>
          </p:cNvPr>
          <p:cNvGrpSpPr/>
          <p:nvPr/>
        </p:nvGrpSpPr>
        <p:grpSpPr>
          <a:xfrm>
            <a:off x="912812" y="5386387"/>
            <a:ext cx="4973531" cy="954149"/>
            <a:chOff x="1194899" y="5412795"/>
            <a:chExt cx="4973531" cy="954149"/>
          </a:xfrm>
        </p:grpSpPr>
        <p:sp>
          <p:nvSpPr>
            <p:cNvPr id="5" name="Rounded Rectangle 4">
              <a:extLst>
                <a:ext uri="{FF2B5EF4-FFF2-40B4-BE49-F238E27FC236}">
                  <a16:creationId xmlns:a16="http://schemas.microsoft.com/office/drawing/2014/main" id="{2BA1BF5B-030B-D8DE-BEAF-B8163E2C4E4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4E3FB4D7-5A5E-0BBE-6EDE-5D282D57C959}"/>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2704E763-4614-9FA6-2AF4-D212B119595E}"/>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8879E75-80CA-A9BD-0A17-95C0321C3444}"/>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1D0100A5-C86B-EBB6-D16D-88910AF5A34E}"/>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3D70B3DF-6730-A09E-10EB-0F288BA71112}"/>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18E5D8EE-CAC8-44ED-11FF-9C9C35B765EC}"/>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1D743DCB-7C7A-2F19-C4C7-6FA835AC2610}"/>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EBE06CF7-67DB-C672-394A-1F6AB8161F8A}"/>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37C2F158-97D2-D224-B81B-27ACFAAFC0B4}"/>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6E446CA6-F8B7-EC9E-83CB-1FED34CB1591}"/>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7B7ACB24-B714-A8F7-5145-DFEC412C856A}"/>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CCDD28E4-53BB-2FB8-E94D-9757A4BA859D}"/>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63771363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180671"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a:p>
            <a:endParaRPr lang="en-GB" sz="2000" dirty="0"/>
          </a:p>
        </p:txBody>
      </p:sp>
      <p:grpSp>
        <p:nvGrpSpPr>
          <p:cNvPr id="24" name="Group 23">
            <a:extLst>
              <a:ext uri="{FF2B5EF4-FFF2-40B4-BE49-F238E27FC236}">
                <a16:creationId xmlns:a16="http://schemas.microsoft.com/office/drawing/2014/main" id="{EA0BB4E7-C87C-2AFB-83A3-633E82795E9F}"/>
              </a:ext>
            </a:extLst>
          </p:cNvPr>
          <p:cNvGrpSpPr/>
          <p:nvPr/>
        </p:nvGrpSpPr>
        <p:grpSpPr>
          <a:xfrm>
            <a:off x="912812" y="4985116"/>
            <a:ext cx="4973531" cy="1531633"/>
            <a:chOff x="912812" y="4985116"/>
            <a:chExt cx="4973531" cy="1531633"/>
          </a:xfrm>
        </p:grpSpPr>
        <p:grpSp>
          <p:nvGrpSpPr>
            <p:cNvPr id="4" name="Group 3">
              <a:extLst>
                <a:ext uri="{FF2B5EF4-FFF2-40B4-BE49-F238E27FC236}">
                  <a16:creationId xmlns:a16="http://schemas.microsoft.com/office/drawing/2014/main" id="{341CFBB9-8139-DBD2-87C9-02F86DDF86DD}"/>
                </a:ext>
              </a:extLst>
            </p:cNvPr>
            <p:cNvGrpSpPr/>
            <p:nvPr/>
          </p:nvGrpSpPr>
          <p:grpSpPr>
            <a:xfrm>
              <a:off x="912812" y="5562600"/>
              <a:ext cx="4973531" cy="954149"/>
              <a:chOff x="1194899" y="5412795"/>
              <a:chExt cx="4973531" cy="954149"/>
            </a:xfrm>
          </p:grpSpPr>
          <p:sp>
            <p:nvSpPr>
              <p:cNvPr id="5" name="Rounded Rectangle 4">
                <a:extLst>
                  <a:ext uri="{FF2B5EF4-FFF2-40B4-BE49-F238E27FC236}">
                    <a16:creationId xmlns:a16="http://schemas.microsoft.com/office/drawing/2014/main" id="{4001CCA2-2058-1968-7EF7-0A194DC069C0}"/>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849A0D27-61BF-1C81-FE1E-689095D40D42}"/>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859B3E72-C546-329E-A681-A8F7B1AD3EE5}"/>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ABADE542-BC3A-F245-6DAD-C0C2D662F8B5}"/>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A7694E52-555D-BF4A-FA4F-0357B7AE8C14}"/>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BCBC30A4-91AA-D885-0887-44A8C2C06413}"/>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1AB2AF09-8720-9AE1-AE8D-2C5BCD09935D}"/>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F0D7D3E5-A6DE-A55F-CCAE-1B0194064BD6}"/>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FE9B3E9E-9F29-A5F5-13C6-7A0A2ECD225E}"/>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9F1FE8D0-4886-5050-60FB-90030DAB25D5}"/>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16C08604-C7E7-A44F-7070-A9658A773E26}"/>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7802CF27-1DF6-94F9-7DEF-60F0B1F24AF5}"/>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90417156-75DC-E211-28EC-700AEF66DDC2}"/>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cxnSp>
          <p:nvCxnSpPr>
            <p:cNvPr id="19" name="Straight Arrow Connector 18">
              <a:extLst>
                <a:ext uri="{FF2B5EF4-FFF2-40B4-BE49-F238E27FC236}">
                  <a16:creationId xmlns:a16="http://schemas.microsoft.com/office/drawing/2014/main" id="{6EBCAD6F-C357-177E-4187-E41F9F98301F}"/>
                </a:ext>
              </a:extLst>
            </p:cNvPr>
            <p:cNvCxnSpPr/>
            <p:nvPr/>
          </p:nvCxnSpPr>
          <p:spPr>
            <a:xfrm>
              <a:off x="1279327"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4CBE7C47-2CB1-2B18-E21A-C9CE2DF4E7A5}"/>
                </a:ext>
              </a:extLst>
            </p:cNvPr>
            <p:cNvCxnSpPr/>
            <p:nvPr/>
          </p:nvCxnSpPr>
          <p:spPr>
            <a:xfrm>
              <a:off x="3818823"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2" name="Straight Connector 21">
              <a:extLst>
                <a:ext uri="{FF2B5EF4-FFF2-40B4-BE49-F238E27FC236}">
                  <a16:creationId xmlns:a16="http://schemas.microsoft.com/office/drawing/2014/main" id="{6276A31B-11D7-73C9-D105-89D17B051453}"/>
                </a:ext>
              </a:extLst>
            </p:cNvPr>
            <p:cNvCxnSpPr/>
            <p:nvPr/>
          </p:nvCxnSpPr>
          <p:spPr>
            <a:xfrm>
              <a:off x="1279327" y="5328168"/>
              <a:ext cx="2548873" cy="0"/>
            </a:xfrm>
            <a:prstGeom prst="line">
              <a:avLst/>
            </a:prstGeom>
            <a:ln w="28575"/>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0E88671C-B27B-76EB-FE7C-E1FAF042A6F1}"/>
                </a:ext>
              </a:extLst>
            </p:cNvPr>
            <p:cNvSpPr txBox="1"/>
            <p:nvPr/>
          </p:nvSpPr>
          <p:spPr>
            <a:xfrm>
              <a:off x="1891546" y="4985116"/>
              <a:ext cx="1039067" cy="360612"/>
            </a:xfrm>
            <a:prstGeom prst="rect">
              <a:avLst/>
            </a:prstGeom>
            <a:noFill/>
          </p:spPr>
          <p:txBody>
            <a:bodyPr wrap="none" rtlCol="0">
              <a:spAutoFit/>
            </a:bodyPr>
            <a:lstStyle/>
            <a:p>
              <a:r>
                <a:rPr lang="en-US" dirty="0">
                  <a:solidFill>
                    <a:srgbClr val="C00000"/>
                  </a:solidFill>
                </a:rPr>
                <a:t>compare</a:t>
              </a:r>
            </a:p>
          </p:txBody>
        </p:sp>
      </p:grpSp>
    </p:spTree>
    <p:extLst>
      <p:ext uri="{BB962C8B-B14F-4D97-AF65-F5344CB8AC3E}">
        <p14:creationId xmlns:p14="http://schemas.microsoft.com/office/powerpoint/2010/main" val="12899662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104471"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01600">
                    <a:srgbClr val="FFC000">
                      <a:alpha val="60000"/>
                    </a:srgbClr>
                  </a:glow>
                </a:effectLst>
                <a:ea typeface="Verdana" panose="020B0604030504040204" pitchFamily="34" charset="0"/>
                <a:cs typeface="Verdana" panose="020B0604030504040204" pitchFamily="34" charset="0"/>
              </a:rPr>
              <a:t>if (1st element of 1st half is smaller) </a:t>
            </a:r>
          </a:p>
          <a:p>
            <a:pPr marL="0" indent="0">
              <a:buNone/>
            </a:pPr>
            <a:r>
              <a:rPr lang="en-US" sz="2000" dirty="0">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4" name="Group 3">
            <a:extLst>
              <a:ext uri="{FF2B5EF4-FFF2-40B4-BE49-F238E27FC236}">
                <a16:creationId xmlns:a16="http://schemas.microsoft.com/office/drawing/2014/main" id="{D7B3229A-5F81-AE7D-D31C-699FF332E91A}"/>
              </a:ext>
            </a:extLst>
          </p:cNvPr>
          <p:cNvGrpSpPr/>
          <p:nvPr/>
        </p:nvGrpSpPr>
        <p:grpSpPr>
          <a:xfrm>
            <a:off x="912812" y="4985116"/>
            <a:ext cx="4973531" cy="1531633"/>
            <a:chOff x="912812" y="4985116"/>
            <a:chExt cx="4973531" cy="1531633"/>
          </a:xfrm>
        </p:grpSpPr>
        <p:grpSp>
          <p:nvGrpSpPr>
            <p:cNvPr id="5" name="Group 4">
              <a:extLst>
                <a:ext uri="{FF2B5EF4-FFF2-40B4-BE49-F238E27FC236}">
                  <a16:creationId xmlns:a16="http://schemas.microsoft.com/office/drawing/2014/main" id="{494AF3F3-EC74-92BD-5526-5F163B69A8E1}"/>
                </a:ext>
              </a:extLst>
            </p:cNvPr>
            <p:cNvGrpSpPr/>
            <p:nvPr/>
          </p:nvGrpSpPr>
          <p:grpSpPr>
            <a:xfrm>
              <a:off x="912812" y="5562600"/>
              <a:ext cx="4973531" cy="954149"/>
              <a:chOff x="1194899" y="5412795"/>
              <a:chExt cx="4973531" cy="954149"/>
            </a:xfrm>
          </p:grpSpPr>
          <p:sp>
            <p:nvSpPr>
              <p:cNvPr id="10" name="Rounded Rectangle 9">
                <a:extLst>
                  <a:ext uri="{FF2B5EF4-FFF2-40B4-BE49-F238E27FC236}">
                    <a16:creationId xmlns:a16="http://schemas.microsoft.com/office/drawing/2014/main" id="{6E381AB4-D25F-99A3-DCC6-A75CBC1E6D48}"/>
                  </a:ext>
                </a:extLst>
              </p:cNvPr>
              <p:cNvSpPr/>
              <p:nvPr/>
            </p:nvSpPr>
            <p:spPr>
              <a:xfrm>
                <a:off x="1321239" y="5488454"/>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1" name="Rectangle 10">
                <a:extLst>
                  <a:ext uri="{FF2B5EF4-FFF2-40B4-BE49-F238E27FC236}">
                    <a16:creationId xmlns:a16="http://schemas.microsoft.com/office/drawing/2014/main" id="{C260135D-E277-5E8F-0FB1-82C9CEF09003}"/>
                  </a:ext>
                </a:extLst>
              </p:cNvPr>
              <p:cNvSpPr/>
              <p:nvPr/>
            </p:nvSpPr>
            <p:spPr>
              <a:xfrm>
                <a:off x="1194899"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3D1DAE37-F6C8-0C8B-5429-291F7319A7BC}"/>
                  </a:ext>
                </a:extLst>
              </p:cNvPr>
              <p:cNvSpPr/>
              <p:nvPr/>
            </p:nvSpPr>
            <p:spPr>
              <a:xfrm>
                <a:off x="1896399"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5C37F2E6-8F23-789A-73A7-11D6F73B1ADE}"/>
                  </a:ext>
                </a:extLst>
              </p:cNvPr>
              <p:cNvSpPr/>
              <p:nvPr/>
            </p:nvSpPr>
            <p:spPr>
              <a:xfrm>
                <a:off x="2452992"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14" name="Rounded Rectangle 13">
                <a:extLst>
                  <a:ext uri="{FF2B5EF4-FFF2-40B4-BE49-F238E27FC236}">
                    <a16:creationId xmlns:a16="http://schemas.microsoft.com/office/drawing/2014/main" id="{0784EF66-6070-3CCB-724B-47A0A583462A}"/>
                  </a:ext>
                </a:extLst>
              </p:cNvPr>
              <p:cNvSpPr/>
              <p:nvPr/>
            </p:nvSpPr>
            <p:spPr>
              <a:xfrm>
                <a:off x="3018381"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5" name="Rounded Rectangle 14">
                <a:extLst>
                  <a:ext uri="{FF2B5EF4-FFF2-40B4-BE49-F238E27FC236}">
                    <a16:creationId xmlns:a16="http://schemas.microsoft.com/office/drawing/2014/main" id="{550EE7F8-CD83-693A-957D-05964DBC1DBE}"/>
                  </a:ext>
                </a:extLst>
              </p:cNvPr>
              <p:cNvSpPr/>
              <p:nvPr/>
            </p:nvSpPr>
            <p:spPr>
              <a:xfrm>
                <a:off x="3860735" y="5488457"/>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6" name="Rectangle 15">
                <a:extLst>
                  <a:ext uri="{FF2B5EF4-FFF2-40B4-BE49-F238E27FC236}">
                    <a16:creationId xmlns:a16="http://schemas.microsoft.com/office/drawing/2014/main" id="{E6E69433-CED3-4800-A932-8DE77947A252}"/>
                  </a:ext>
                </a:extLst>
              </p:cNvPr>
              <p:cNvSpPr/>
              <p:nvPr/>
            </p:nvSpPr>
            <p:spPr>
              <a:xfrm>
                <a:off x="3734394" y="5412795"/>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a:extLst>
                  <a:ext uri="{FF2B5EF4-FFF2-40B4-BE49-F238E27FC236}">
                    <a16:creationId xmlns:a16="http://schemas.microsoft.com/office/drawing/2014/main" id="{9DEFBAE9-AD1B-F8A3-E23A-6A7C647DE26F}"/>
                  </a:ext>
                </a:extLst>
              </p:cNvPr>
              <p:cNvSpPr/>
              <p:nvPr/>
            </p:nvSpPr>
            <p:spPr>
              <a:xfrm>
                <a:off x="4435895"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8" name="Rounded Rectangle 17">
                <a:extLst>
                  <a:ext uri="{FF2B5EF4-FFF2-40B4-BE49-F238E27FC236}">
                    <a16:creationId xmlns:a16="http://schemas.microsoft.com/office/drawing/2014/main" id="{DF136422-85FE-BC79-CAF4-474C932F3709}"/>
                  </a:ext>
                </a:extLst>
              </p:cNvPr>
              <p:cNvSpPr/>
              <p:nvPr/>
            </p:nvSpPr>
            <p:spPr>
              <a:xfrm>
                <a:off x="4992490" y="5488458"/>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9" name="Rounded Rectangle 18">
                <a:extLst>
                  <a:ext uri="{FF2B5EF4-FFF2-40B4-BE49-F238E27FC236}">
                    <a16:creationId xmlns:a16="http://schemas.microsoft.com/office/drawing/2014/main" id="{0F88A349-4E51-0EAB-74A4-3284929D8260}"/>
                  </a:ext>
                </a:extLst>
              </p:cNvPr>
              <p:cNvSpPr/>
              <p:nvPr/>
            </p:nvSpPr>
            <p:spPr>
              <a:xfrm>
                <a:off x="5557872" y="548845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20" name="TextBox 19">
                <a:extLst>
                  <a:ext uri="{FF2B5EF4-FFF2-40B4-BE49-F238E27FC236}">
                    <a16:creationId xmlns:a16="http://schemas.microsoft.com/office/drawing/2014/main" id="{0A84273C-91F1-1231-6A0F-65D0191E9E9E}"/>
                  </a:ext>
                </a:extLst>
              </p:cNvPr>
              <p:cNvSpPr txBox="1"/>
              <p:nvPr/>
            </p:nvSpPr>
            <p:spPr>
              <a:xfrm>
                <a:off x="1406564" y="5998678"/>
                <a:ext cx="309700" cy="360612"/>
              </a:xfrm>
              <a:prstGeom prst="rect">
                <a:avLst/>
              </a:prstGeom>
              <a:noFill/>
            </p:spPr>
            <p:txBody>
              <a:bodyPr wrap="none" rtlCol="0">
                <a:spAutoFit/>
              </a:bodyPr>
              <a:lstStyle/>
              <a:p>
                <a:r>
                  <a:rPr lang="en-US" dirty="0">
                    <a:solidFill>
                      <a:srgbClr val="0000FF"/>
                    </a:solidFill>
                  </a:rPr>
                  <a:t>a</a:t>
                </a:r>
              </a:p>
            </p:txBody>
          </p:sp>
          <p:sp>
            <p:nvSpPr>
              <p:cNvPr id="21" name="TextBox 20">
                <a:extLst>
                  <a:ext uri="{FF2B5EF4-FFF2-40B4-BE49-F238E27FC236}">
                    <a16:creationId xmlns:a16="http://schemas.microsoft.com/office/drawing/2014/main" id="{53B5C329-CE87-9712-DC79-5F37D8B8E743}"/>
                  </a:ext>
                </a:extLst>
              </p:cNvPr>
              <p:cNvSpPr txBox="1"/>
              <p:nvPr/>
            </p:nvSpPr>
            <p:spPr>
              <a:xfrm>
                <a:off x="3955437" y="5998678"/>
                <a:ext cx="309700" cy="360612"/>
              </a:xfrm>
              <a:prstGeom prst="rect">
                <a:avLst/>
              </a:prstGeom>
              <a:noFill/>
            </p:spPr>
            <p:txBody>
              <a:bodyPr wrap="none" rtlCol="0">
                <a:spAutoFit/>
              </a:bodyPr>
              <a:lstStyle/>
              <a:p>
                <a:r>
                  <a:rPr lang="en-US" dirty="0">
                    <a:solidFill>
                      <a:srgbClr val="0000FF"/>
                    </a:solidFill>
                  </a:rPr>
                  <a:t>b</a:t>
                </a:r>
              </a:p>
            </p:txBody>
          </p:sp>
          <p:sp>
            <p:nvSpPr>
              <p:cNvPr id="22" name="TextBox 21">
                <a:extLst>
                  <a:ext uri="{FF2B5EF4-FFF2-40B4-BE49-F238E27FC236}">
                    <a16:creationId xmlns:a16="http://schemas.microsoft.com/office/drawing/2014/main" id="{429C790F-49CC-7A05-4191-91192EDED1CF}"/>
                  </a:ext>
                </a:extLst>
              </p:cNvPr>
              <p:cNvSpPr txBox="1"/>
              <p:nvPr/>
            </p:nvSpPr>
            <p:spPr>
              <a:xfrm>
                <a:off x="3020992" y="6006332"/>
                <a:ext cx="550151" cy="360612"/>
              </a:xfrm>
              <a:prstGeom prst="rect">
                <a:avLst/>
              </a:prstGeom>
              <a:noFill/>
            </p:spPr>
            <p:txBody>
              <a:bodyPr wrap="none" rtlCol="0">
                <a:spAutoFit/>
              </a:bodyPr>
              <a:lstStyle/>
              <a:p>
                <a:r>
                  <a:rPr lang="en-US" dirty="0">
                    <a:solidFill>
                      <a:srgbClr val="0000FF"/>
                    </a:solidFill>
                  </a:rPr>
                  <a:t>mid</a:t>
                </a:r>
              </a:p>
            </p:txBody>
          </p:sp>
        </p:grpSp>
        <p:cxnSp>
          <p:nvCxnSpPr>
            <p:cNvPr id="6" name="Straight Arrow Connector 5">
              <a:extLst>
                <a:ext uri="{FF2B5EF4-FFF2-40B4-BE49-F238E27FC236}">
                  <a16:creationId xmlns:a16="http://schemas.microsoft.com/office/drawing/2014/main" id="{91404F69-10C6-1ABE-6D67-AD97DB689994}"/>
                </a:ext>
              </a:extLst>
            </p:cNvPr>
            <p:cNvCxnSpPr/>
            <p:nvPr/>
          </p:nvCxnSpPr>
          <p:spPr>
            <a:xfrm>
              <a:off x="1279327"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833696C1-2CF3-9C28-D73C-A8B77BA2B106}"/>
                </a:ext>
              </a:extLst>
            </p:cNvPr>
            <p:cNvCxnSpPr/>
            <p:nvPr/>
          </p:nvCxnSpPr>
          <p:spPr>
            <a:xfrm>
              <a:off x="3818823" y="5334000"/>
              <a:ext cx="0" cy="22860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9A03B41A-F1F2-4E0D-1A2C-0790E579709D}"/>
                </a:ext>
              </a:extLst>
            </p:cNvPr>
            <p:cNvCxnSpPr/>
            <p:nvPr/>
          </p:nvCxnSpPr>
          <p:spPr>
            <a:xfrm>
              <a:off x="1279327" y="5328168"/>
              <a:ext cx="2548873" cy="0"/>
            </a:xfrm>
            <a:prstGeom prst="line">
              <a:avLst/>
            </a:prstGeom>
            <a:ln w="28575"/>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B89D6C06-3BB9-71D6-6C9D-BB79525A179D}"/>
                </a:ext>
              </a:extLst>
            </p:cNvPr>
            <p:cNvSpPr txBox="1"/>
            <p:nvPr/>
          </p:nvSpPr>
          <p:spPr>
            <a:xfrm>
              <a:off x="1891546" y="4985116"/>
              <a:ext cx="1039067" cy="360612"/>
            </a:xfrm>
            <a:prstGeom prst="rect">
              <a:avLst/>
            </a:prstGeom>
            <a:noFill/>
          </p:spPr>
          <p:txBody>
            <a:bodyPr wrap="none" rtlCol="0">
              <a:spAutoFit/>
            </a:bodyPr>
            <a:lstStyle/>
            <a:p>
              <a:r>
                <a:rPr lang="en-US" dirty="0">
                  <a:solidFill>
                    <a:srgbClr val="C00000"/>
                  </a:solidFill>
                </a:rPr>
                <a:t>compare</a:t>
              </a:r>
            </a:p>
          </p:txBody>
        </p:sp>
      </p:grpSp>
    </p:spTree>
    <p:extLst>
      <p:ext uri="{BB962C8B-B14F-4D97-AF65-F5344CB8AC3E}">
        <p14:creationId xmlns:p14="http://schemas.microsoft.com/office/powerpoint/2010/main" val="4972212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407684"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if (1st element of 1st half is smaller) </a:t>
            </a:r>
          </a:p>
          <a:p>
            <a:pPr marL="0" indent="0">
              <a:buNone/>
            </a:pPr>
            <a:r>
              <a:rPr lang="en-US" sz="2000" b="1" dirty="0">
                <a:effectLst>
                  <a:glow rad="139700">
                    <a:srgbClr val="FFC000">
                      <a:alpha val="40000"/>
                    </a:srgbClr>
                  </a:glow>
                </a:effectLst>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if (1st element of 2nd half is smaller) </a:t>
            </a:r>
          </a:p>
          <a:p>
            <a:pPr marL="1881188" indent="-1881188">
              <a:buNone/>
            </a:pPr>
            <a:r>
              <a:rPr lang="en-US" sz="2000" dirty="0">
                <a:ea typeface="Verdana" panose="020B0604030504040204" pitchFamily="34" charset="0"/>
                <a:cs typeface="Verdana" panose="020B0604030504040204" pitchFamily="34" charset="0"/>
              </a:rPr>
              <a:t>                                   move the 1st element of 2nd half to the end of the</a:t>
            </a:r>
          </a:p>
          <a:p>
            <a:pPr marL="1881188" indent="-1881188">
              <a:buNone/>
            </a:pPr>
            <a:r>
              <a:rPr lang="en-US" sz="2000" dirty="0">
                <a:ea typeface="Verdana" panose="020B0604030504040204" pitchFamily="34" charset="0"/>
                <a:cs typeface="Verdana" panose="020B0604030504040204" pitchFamily="34" charset="0"/>
              </a:rPr>
              <a:t>	        merged list;</a:t>
            </a:r>
          </a:p>
        </p:txBody>
      </p:sp>
      <p:grpSp>
        <p:nvGrpSpPr>
          <p:cNvPr id="23" name="Group 22">
            <a:extLst>
              <a:ext uri="{FF2B5EF4-FFF2-40B4-BE49-F238E27FC236}">
                <a16:creationId xmlns:a16="http://schemas.microsoft.com/office/drawing/2014/main" id="{38A713EA-8C56-82D2-B53E-0A10B9513EE8}"/>
              </a:ext>
            </a:extLst>
          </p:cNvPr>
          <p:cNvGrpSpPr/>
          <p:nvPr/>
        </p:nvGrpSpPr>
        <p:grpSpPr>
          <a:xfrm>
            <a:off x="889936" y="5459413"/>
            <a:ext cx="5741307" cy="954149"/>
            <a:chOff x="889936" y="5459413"/>
            <a:chExt cx="5741307" cy="954149"/>
          </a:xfrm>
        </p:grpSpPr>
        <p:sp>
          <p:nvSpPr>
            <p:cNvPr id="10" name="Rounded Rectangle 9">
              <a:extLst>
                <a:ext uri="{FF2B5EF4-FFF2-40B4-BE49-F238E27FC236}">
                  <a16:creationId xmlns:a16="http://schemas.microsoft.com/office/drawing/2014/main" id="{82274F41-CF81-E684-E20F-E75C1DE10363}"/>
                </a:ext>
              </a:extLst>
            </p:cNvPr>
            <p:cNvSpPr/>
            <p:nvPr/>
          </p:nvSpPr>
          <p:spPr>
            <a:xfrm>
              <a:off x="889936" y="556112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11" name="Rectangle 10">
              <a:extLst>
                <a:ext uri="{FF2B5EF4-FFF2-40B4-BE49-F238E27FC236}">
                  <a16:creationId xmlns:a16="http://schemas.microsoft.com/office/drawing/2014/main" id="{CACDDAAC-836D-25F3-536B-F0573E938420}"/>
                </a:ext>
              </a:extLst>
            </p:cNvPr>
            <p:cNvSpPr/>
            <p:nvPr/>
          </p:nvSpPr>
          <p:spPr>
            <a:xfrm>
              <a:off x="2255322" y="54594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97B20614-8A49-F0F9-EBBC-E921F0327B1E}"/>
                </a:ext>
              </a:extLst>
            </p:cNvPr>
            <p:cNvSpPr/>
            <p:nvPr/>
          </p:nvSpPr>
          <p:spPr>
            <a:xfrm>
              <a:off x="2359212"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95FBF054-D1A0-3A6C-669A-02FBA7D3E34D}"/>
                </a:ext>
              </a:extLst>
            </p:cNvPr>
            <p:cNvSpPr/>
            <p:nvPr/>
          </p:nvSpPr>
          <p:spPr>
            <a:xfrm>
              <a:off x="2915805"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14" name="Rounded Rectangle 13">
              <a:extLst>
                <a:ext uri="{FF2B5EF4-FFF2-40B4-BE49-F238E27FC236}">
                  <a16:creationId xmlns:a16="http://schemas.microsoft.com/office/drawing/2014/main" id="{5D958B50-B1C4-1C56-3315-DEAD0C8B013B}"/>
                </a:ext>
              </a:extLst>
            </p:cNvPr>
            <p:cNvSpPr/>
            <p:nvPr/>
          </p:nvSpPr>
          <p:spPr>
            <a:xfrm>
              <a:off x="3481194"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5" name="Rounded Rectangle 14">
              <a:extLst>
                <a:ext uri="{FF2B5EF4-FFF2-40B4-BE49-F238E27FC236}">
                  <a16:creationId xmlns:a16="http://schemas.microsoft.com/office/drawing/2014/main" id="{506C2099-0988-C0E2-E025-9856A7B9699E}"/>
                </a:ext>
              </a:extLst>
            </p:cNvPr>
            <p:cNvSpPr/>
            <p:nvPr/>
          </p:nvSpPr>
          <p:spPr>
            <a:xfrm>
              <a:off x="4323548"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6" name="Rectangle 15">
              <a:extLst>
                <a:ext uri="{FF2B5EF4-FFF2-40B4-BE49-F238E27FC236}">
                  <a16:creationId xmlns:a16="http://schemas.microsoft.com/office/drawing/2014/main" id="{8A5ED8F0-62D9-6D6C-0275-84BFDC4FA3EE}"/>
                </a:ext>
              </a:extLst>
            </p:cNvPr>
            <p:cNvSpPr/>
            <p:nvPr/>
          </p:nvSpPr>
          <p:spPr>
            <a:xfrm>
              <a:off x="4197207" y="5459413"/>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a:extLst>
                <a:ext uri="{FF2B5EF4-FFF2-40B4-BE49-F238E27FC236}">
                  <a16:creationId xmlns:a16="http://schemas.microsoft.com/office/drawing/2014/main" id="{FD1FCE55-84AA-DF57-033D-2C6F1924346F}"/>
                </a:ext>
              </a:extLst>
            </p:cNvPr>
            <p:cNvSpPr/>
            <p:nvPr/>
          </p:nvSpPr>
          <p:spPr>
            <a:xfrm>
              <a:off x="4898708"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8" name="Rounded Rectangle 17">
              <a:extLst>
                <a:ext uri="{FF2B5EF4-FFF2-40B4-BE49-F238E27FC236}">
                  <a16:creationId xmlns:a16="http://schemas.microsoft.com/office/drawing/2014/main" id="{C51E0545-2592-DA71-2190-B90980CC7215}"/>
                </a:ext>
              </a:extLst>
            </p:cNvPr>
            <p:cNvSpPr/>
            <p:nvPr/>
          </p:nvSpPr>
          <p:spPr>
            <a:xfrm>
              <a:off x="5455303" y="553507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9" name="Rounded Rectangle 18">
              <a:extLst>
                <a:ext uri="{FF2B5EF4-FFF2-40B4-BE49-F238E27FC236}">
                  <a16:creationId xmlns:a16="http://schemas.microsoft.com/office/drawing/2014/main" id="{F07764EE-C162-C953-BDDC-7034E87693DC}"/>
                </a:ext>
              </a:extLst>
            </p:cNvPr>
            <p:cNvSpPr/>
            <p:nvPr/>
          </p:nvSpPr>
          <p:spPr>
            <a:xfrm>
              <a:off x="6020685"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20" name="TextBox 19">
              <a:extLst>
                <a:ext uri="{FF2B5EF4-FFF2-40B4-BE49-F238E27FC236}">
                  <a16:creationId xmlns:a16="http://schemas.microsoft.com/office/drawing/2014/main" id="{95F33A14-CF5B-CF4C-4FE3-D68E542D53F3}"/>
                </a:ext>
              </a:extLst>
            </p:cNvPr>
            <p:cNvSpPr txBox="1"/>
            <p:nvPr/>
          </p:nvSpPr>
          <p:spPr>
            <a:xfrm>
              <a:off x="2444537" y="5999405"/>
              <a:ext cx="309700" cy="360612"/>
            </a:xfrm>
            <a:prstGeom prst="rect">
              <a:avLst/>
            </a:prstGeom>
            <a:noFill/>
          </p:spPr>
          <p:txBody>
            <a:bodyPr wrap="none" rtlCol="0">
              <a:spAutoFit/>
            </a:bodyPr>
            <a:lstStyle/>
            <a:p>
              <a:r>
                <a:rPr lang="en-US" dirty="0">
                  <a:solidFill>
                    <a:srgbClr val="0000FF"/>
                  </a:solidFill>
                </a:rPr>
                <a:t>a</a:t>
              </a:r>
            </a:p>
          </p:txBody>
        </p:sp>
        <p:sp>
          <p:nvSpPr>
            <p:cNvPr id="21" name="TextBox 20">
              <a:extLst>
                <a:ext uri="{FF2B5EF4-FFF2-40B4-BE49-F238E27FC236}">
                  <a16:creationId xmlns:a16="http://schemas.microsoft.com/office/drawing/2014/main" id="{A9453B73-B0F3-247E-911B-A7EA1F43F982}"/>
                </a:ext>
              </a:extLst>
            </p:cNvPr>
            <p:cNvSpPr txBox="1"/>
            <p:nvPr/>
          </p:nvSpPr>
          <p:spPr>
            <a:xfrm>
              <a:off x="4418250" y="6045296"/>
              <a:ext cx="309700" cy="360612"/>
            </a:xfrm>
            <a:prstGeom prst="rect">
              <a:avLst/>
            </a:prstGeom>
            <a:noFill/>
          </p:spPr>
          <p:txBody>
            <a:bodyPr wrap="none" rtlCol="0">
              <a:spAutoFit/>
            </a:bodyPr>
            <a:lstStyle/>
            <a:p>
              <a:r>
                <a:rPr lang="en-US" dirty="0">
                  <a:solidFill>
                    <a:srgbClr val="0000FF"/>
                  </a:solidFill>
                </a:rPr>
                <a:t>b</a:t>
              </a:r>
            </a:p>
          </p:txBody>
        </p:sp>
        <p:sp>
          <p:nvSpPr>
            <p:cNvPr id="22" name="TextBox 21">
              <a:extLst>
                <a:ext uri="{FF2B5EF4-FFF2-40B4-BE49-F238E27FC236}">
                  <a16:creationId xmlns:a16="http://schemas.microsoft.com/office/drawing/2014/main" id="{1EE02367-D28C-06B2-A85C-FCAFAAD5DDCD}"/>
                </a:ext>
              </a:extLst>
            </p:cNvPr>
            <p:cNvSpPr txBox="1"/>
            <p:nvPr/>
          </p:nvSpPr>
          <p:spPr>
            <a:xfrm>
              <a:off x="3483805" y="6052950"/>
              <a:ext cx="550151" cy="360612"/>
            </a:xfrm>
            <a:prstGeom prst="rect">
              <a:avLst/>
            </a:prstGeom>
            <a:noFill/>
          </p:spPr>
          <p:txBody>
            <a:bodyPr wrap="none" rtlCol="0">
              <a:spAutoFit/>
            </a:bodyPr>
            <a:lstStyle/>
            <a:p>
              <a:r>
                <a:rPr lang="en-US" dirty="0">
                  <a:solidFill>
                    <a:srgbClr val="0000FF"/>
                  </a:solidFill>
                </a:rPr>
                <a:t>mid</a:t>
              </a:r>
            </a:p>
          </p:txBody>
        </p:sp>
      </p:grpSp>
    </p:spTree>
    <p:extLst>
      <p:ext uri="{BB962C8B-B14F-4D97-AF65-F5344CB8AC3E}">
        <p14:creationId xmlns:p14="http://schemas.microsoft.com/office/powerpoint/2010/main" val="29812361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3" name="Content Placeholder 2"/>
          <p:cNvSpPr>
            <a:spLocks noGrp="1"/>
          </p:cNvSpPr>
          <p:nvPr>
            <p:ph sz="quarter" idx="17"/>
          </p:nvPr>
        </p:nvSpPr>
        <p:spPr>
          <a:xfrm>
            <a:off x="495141" y="1471613"/>
            <a:ext cx="9407684" cy="3987800"/>
          </a:xfrm>
        </p:spPr>
        <p:txBody>
          <a:bodyPr/>
          <a:lstStyle/>
          <a:p>
            <a:pPr marL="0" indent="0">
              <a:buNone/>
            </a:pPr>
            <a:r>
              <a:rPr lang="en-US" sz="2000" b="1" dirty="0">
                <a:ea typeface="Verdana" panose="020B0604030504040204" pitchFamily="34" charset="0"/>
                <a:cs typeface="Verdana" panose="020B0604030504040204" pitchFamily="34" charset="0"/>
              </a:rPr>
              <a:t>void merge(</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n, </a:t>
            </a:r>
            <a:r>
              <a:rPr lang="en-US" sz="2000" b="1" dirty="0" err="1">
                <a:ea typeface="Verdana" panose="020B0604030504040204" pitchFamily="34" charset="0"/>
                <a:cs typeface="Verdana" panose="020B0604030504040204" pitchFamily="34" charset="0"/>
              </a:rPr>
              <a:t>int</a:t>
            </a:r>
            <a:r>
              <a:rPr lang="en-US" sz="2000" b="1" dirty="0">
                <a:ea typeface="Verdana" panose="020B0604030504040204" pitchFamily="34" charset="0"/>
                <a:cs typeface="Verdana" panose="020B0604030504040204" pitchFamily="34" charset="0"/>
              </a:rPr>
              <a:t> m) {</a:t>
            </a:r>
          </a:p>
          <a:p>
            <a:pPr marL="0" indent="0">
              <a:buNone/>
            </a:pPr>
            <a:r>
              <a:rPr lang="en-US" sz="2000" dirty="0">
                <a:ea typeface="Verdana" panose="020B0604030504040204" pitchFamily="34" charset="0"/>
                <a:cs typeface="Verdana" panose="020B0604030504040204" pitchFamily="34" charset="0"/>
              </a:rPr>
              <a:t>	if (m-n &lt;= 0) return; </a:t>
            </a:r>
          </a:p>
          <a:p>
            <a:pPr marL="0" indent="0">
              <a:buNone/>
            </a:pPr>
            <a:r>
              <a:rPr lang="en-US" sz="2000" dirty="0">
                <a:ea typeface="Verdana" panose="020B0604030504040204" pitchFamily="34" charset="0"/>
                <a:cs typeface="Verdana" panose="020B0604030504040204" pitchFamily="34" charset="0"/>
              </a:rPr>
              <a:t>	divide the list into 2 halves;  </a:t>
            </a:r>
            <a:r>
              <a:rPr lang="en-US" sz="2000" dirty="0">
                <a:solidFill>
                  <a:srgbClr val="00B050"/>
                </a:solidFill>
                <a:ea typeface="Verdana" panose="020B0604030504040204" pitchFamily="34" charset="0"/>
                <a:cs typeface="Verdana" panose="020B0604030504040204" pitchFamily="34" charset="0"/>
              </a:rPr>
              <a:t>// both halves are sorted</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while (both halves are not empty) </a:t>
            </a:r>
            <a:r>
              <a:rPr lang="en-US" sz="2000" dirty="0">
                <a:ea typeface="Verdana" panose="020B0604030504040204" pitchFamily="34" charset="0"/>
                <a:cs typeface="Verdana" panose="020B0604030504040204" pitchFamily="34" charset="0"/>
              </a:rPr>
              <a:t>{</a:t>
            </a:r>
          </a:p>
          <a:p>
            <a:pPr marL="0" indent="0">
              <a:buNone/>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compare the 1st elements of the 2 halves;  </a:t>
            </a:r>
            <a:r>
              <a:rPr lang="en-US" sz="2000" dirty="0">
                <a:solidFill>
                  <a:srgbClr val="00B050"/>
                </a:solidFill>
                <a:ea typeface="Verdana" panose="020B0604030504040204" pitchFamily="34" charset="0"/>
                <a:cs typeface="Verdana" panose="020B0604030504040204" pitchFamily="34" charset="0"/>
              </a:rPr>
              <a:t>// 1 comparison</a:t>
            </a:r>
          </a:p>
          <a:p>
            <a:pPr marL="0" indent="0">
              <a:buNone/>
            </a:pPr>
            <a:r>
              <a:rPr lang="en-US" sz="2000" dirty="0">
                <a:ea typeface="Verdana" panose="020B0604030504040204" pitchFamily="34" charset="0"/>
                <a:cs typeface="Verdana" panose="020B0604030504040204" pitchFamily="34" charset="0"/>
              </a:rPr>
              <a:t>		</a:t>
            </a:r>
            <a:r>
              <a:rPr lang="en-US" sz="2000" dirty="0">
                <a:effectLst/>
                <a:ea typeface="Verdana" panose="020B0604030504040204" pitchFamily="34" charset="0"/>
                <a:cs typeface="Verdana" panose="020B0604030504040204" pitchFamily="34" charset="0"/>
              </a:rPr>
              <a:t>if (1st element of 1st half is smaller) </a:t>
            </a:r>
          </a:p>
          <a:p>
            <a:pPr marL="0" indent="0">
              <a:buNone/>
            </a:pPr>
            <a:r>
              <a:rPr lang="en-US" sz="2000" dirty="0">
                <a:effectLst/>
                <a:ea typeface="Verdana" panose="020B0604030504040204" pitchFamily="34" charset="0"/>
                <a:cs typeface="Verdana" panose="020B0604030504040204" pitchFamily="34" charset="0"/>
              </a:rPr>
              <a:t>	                      1st element of 1st half joins the end of the merged list;</a:t>
            </a:r>
          </a:p>
          <a:p>
            <a:pPr marL="0" indent="0">
              <a:buNone/>
            </a:pPr>
            <a:r>
              <a:rPr lang="en-US" sz="2000" dirty="0">
                <a:ea typeface="Verdana" panose="020B0604030504040204" pitchFamily="34" charset="0"/>
                <a:cs typeface="Verdana" panose="020B0604030504040204" pitchFamily="34" charset="0"/>
              </a:rPr>
              <a:t>		else </a:t>
            </a:r>
            <a:r>
              <a:rPr lang="en-US" sz="2000" b="1" dirty="0">
                <a:effectLst>
                  <a:glow rad="101600">
                    <a:srgbClr val="FFC000">
                      <a:alpha val="60000"/>
                    </a:srgbClr>
                  </a:glow>
                </a:effectLst>
                <a:ea typeface="Verdana" panose="020B0604030504040204" pitchFamily="34" charset="0"/>
                <a:cs typeface="Verdana" panose="020B0604030504040204" pitchFamily="34" charset="0"/>
              </a:rPr>
              <a:t>if (1st element of 2nd half is smaller) </a:t>
            </a:r>
          </a:p>
          <a:p>
            <a:pPr marL="1881188" indent="-1881188">
              <a:buNone/>
            </a:pPr>
            <a:r>
              <a:rPr lang="en-US" sz="2000" b="1" dirty="0">
                <a:effectLst>
                  <a:glow rad="101600">
                    <a:srgbClr val="FFC000">
                      <a:alpha val="60000"/>
                    </a:srgbClr>
                  </a:glow>
                </a:effectLst>
                <a:ea typeface="Verdana" panose="020B0604030504040204" pitchFamily="34" charset="0"/>
                <a:cs typeface="Verdana" panose="020B0604030504040204" pitchFamily="34" charset="0"/>
              </a:rPr>
              <a:t>                                   move the 1st element of 2nd half to the end of the</a:t>
            </a:r>
          </a:p>
          <a:p>
            <a:pPr marL="1881188" indent="-1881188">
              <a:buNone/>
            </a:pPr>
            <a:r>
              <a:rPr lang="en-US" sz="2000" b="1" dirty="0">
                <a:effectLst>
                  <a:glow rad="101600">
                    <a:srgbClr val="FFC000">
                      <a:alpha val="60000"/>
                    </a:srgbClr>
                  </a:glow>
                </a:effectLst>
                <a:ea typeface="Verdana" panose="020B0604030504040204" pitchFamily="34" charset="0"/>
                <a:cs typeface="Verdana" panose="020B0604030504040204" pitchFamily="34" charset="0"/>
              </a:rPr>
              <a:t>	        merged list;</a:t>
            </a:r>
          </a:p>
          <a:p>
            <a:endParaRPr lang="en-GB" sz="2000" dirty="0"/>
          </a:p>
        </p:txBody>
      </p:sp>
      <p:grpSp>
        <p:nvGrpSpPr>
          <p:cNvPr id="26" name="Group 25">
            <a:extLst>
              <a:ext uri="{FF2B5EF4-FFF2-40B4-BE49-F238E27FC236}">
                <a16:creationId xmlns:a16="http://schemas.microsoft.com/office/drawing/2014/main" id="{5EB11C7D-2916-0771-1344-C9388F665D49}"/>
              </a:ext>
            </a:extLst>
          </p:cNvPr>
          <p:cNvGrpSpPr/>
          <p:nvPr/>
        </p:nvGrpSpPr>
        <p:grpSpPr>
          <a:xfrm>
            <a:off x="1065212" y="5386387"/>
            <a:ext cx="5741307" cy="1079562"/>
            <a:chOff x="889936" y="5334000"/>
            <a:chExt cx="5741307" cy="1079562"/>
          </a:xfrm>
        </p:grpSpPr>
        <p:sp>
          <p:nvSpPr>
            <p:cNvPr id="5" name="Rounded Rectangle 4">
              <a:extLst>
                <a:ext uri="{FF2B5EF4-FFF2-40B4-BE49-F238E27FC236}">
                  <a16:creationId xmlns:a16="http://schemas.microsoft.com/office/drawing/2014/main" id="{0C9FBD2B-B065-2C24-0F91-A0E8B95C39D1}"/>
                </a:ext>
              </a:extLst>
            </p:cNvPr>
            <p:cNvSpPr/>
            <p:nvPr/>
          </p:nvSpPr>
          <p:spPr>
            <a:xfrm>
              <a:off x="889936" y="556112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9E47F7FC-2C4C-BB27-2CFC-5C3AA25B8565}"/>
                </a:ext>
              </a:extLst>
            </p:cNvPr>
            <p:cNvSpPr/>
            <p:nvPr/>
          </p:nvSpPr>
          <p:spPr>
            <a:xfrm>
              <a:off x="2255322" y="54594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6924EBC8-5708-C4E2-5F5A-90A3DDBBAEA5}"/>
                </a:ext>
              </a:extLst>
            </p:cNvPr>
            <p:cNvSpPr/>
            <p:nvPr/>
          </p:nvSpPr>
          <p:spPr>
            <a:xfrm>
              <a:off x="2359212"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1E42595C-A8D6-329A-829E-9276EEFA7BBB}"/>
                </a:ext>
              </a:extLst>
            </p:cNvPr>
            <p:cNvSpPr/>
            <p:nvPr/>
          </p:nvSpPr>
          <p:spPr>
            <a:xfrm>
              <a:off x="2915805"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14DCC202-5DEE-B0A3-66F5-CAE2D02E8749}"/>
                </a:ext>
              </a:extLst>
            </p:cNvPr>
            <p:cNvSpPr/>
            <p:nvPr/>
          </p:nvSpPr>
          <p:spPr>
            <a:xfrm>
              <a:off x="3481194"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90516D2C-9C7B-A8E4-4EE3-17FFEBF7C91D}"/>
                </a:ext>
              </a:extLst>
            </p:cNvPr>
            <p:cNvSpPr/>
            <p:nvPr/>
          </p:nvSpPr>
          <p:spPr>
            <a:xfrm>
              <a:off x="4323548" y="55350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A04EA4E4-CA4B-7FDE-90D9-79A9663E4F56}"/>
                </a:ext>
              </a:extLst>
            </p:cNvPr>
            <p:cNvSpPr/>
            <p:nvPr/>
          </p:nvSpPr>
          <p:spPr>
            <a:xfrm>
              <a:off x="4197207" y="5459413"/>
              <a:ext cx="243403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CFF08C73-29B0-B05F-65C5-D0190A0CEE5C}"/>
                </a:ext>
              </a:extLst>
            </p:cNvPr>
            <p:cNvSpPr/>
            <p:nvPr/>
          </p:nvSpPr>
          <p:spPr>
            <a:xfrm>
              <a:off x="4898708"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547B41A9-E317-4F3A-F178-2CDAA0BE3805}"/>
                </a:ext>
              </a:extLst>
            </p:cNvPr>
            <p:cNvSpPr/>
            <p:nvPr/>
          </p:nvSpPr>
          <p:spPr>
            <a:xfrm>
              <a:off x="5455303" y="5535076"/>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6C190035-15B8-B362-528F-E061E3E48B50}"/>
                </a:ext>
              </a:extLst>
            </p:cNvPr>
            <p:cNvSpPr/>
            <p:nvPr/>
          </p:nvSpPr>
          <p:spPr>
            <a:xfrm>
              <a:off x="6020685" y="55350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FF2BE58C-E2F4-50A8-A4BD-5F53F55E5941}"/>
                </a:ext>
              </a:extLst>
            </p:cNvPr>
            <p:cNvSpPr txBox="1"/>
            <p:nvPr/>
          </p:nvSpPr>
          <p:spPr>
            <a:xfrm>
              <a:off x="2444537" y="5999405"/>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E40E635E-4ED8-4CC6-E642-5F8707818C15}"/>
                </a:ext>
              </a:extLst>
            </p:cNvPr>
            <p:cNvSpPr txBox="1"/>
            <p:nvPr/>
          </p:nvSpPr>
          <p:spPr>
            <a:xfrm>
              <a:off x="4418250" y="6045296"/>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E9F212D4-6004-7DC2-0891-49173791A598}"/>
                </a:ext>
              </a:extLst>
            </p:cNvPr>
            <p:cNvSpPr txBox="1"/>
            <p:nvPr/>
          </p:nvSpPr>
          <p:spPr>
            <a:xfrm>
              <a:off x="3483805" y="6052950"/>
              <a:ext cx="550151" cy="360612"/>
            </a:xfrm>
            <a:prstGeom prst="rect">
              <a:avLst/>
            </a:prstGeom>
            <a:noFill/>
          </p:spPr>
          <p:txBody>
            <a:bodyPr wrap="none" rtlCol="0">
              <a:spAutoFit/>
            </a:bodyPr>
            <a:lstStyle/>
            <a:p>
              <a:r>
                <a:rPr lang="en-US" dirty="0">
                  <a:solidFill>
                    <a:srgbClr val="0000FF"/>
                  </a:solidFill>
                </a:rPr>
                <a:t>mid</a:t>
              </a:r>
            </a:p>
          </p:txBody>
        </p:sp>
        <p:cxnSp>
          <p:nvCxnSpPr>
            <p:cNvPr id="19" name="Straight Connector 18">
              <a:extLst>
                <a:ext uri="{FF2B5EF4-FFF2-40B4-BE49-F238E27FC236}">
                  <a16:creationId xmlns:a16="http://schemas.microsoft.com/office/drawing/2014/main" id="{9B4BC5DD-81E7-9B3C-682C-EA7E626C109E}"/>
                </a:ext>
              </a:extLst>
            </p:cNvPr>
            <p:cNvCxnSpPr>
              <a:endCxn id="10" idx="0"/>
            </p:cNvCxnSpPr>
            <p:nvPr/>
          </p:nvCxnSpPr>
          <p:spPr>
            <a:xfrm flipH="1">
              <a:off x="4563723" y="5334000"/>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2A77FB25-DB53-1C88-130F-66C7D62AAFC0}"/>
                </a:ext>
              </a:extLst>
            </p:cNvPr>
            <p:cNvCxnSpPr>
              <a:cxnSpLocks/>
            </p:cNvCxnSpPr>
            <p:nvPr/>
          </p:nvCxnSpPr>
          <p:spPr>
            <a:xfrm>
              <a:off x="1674812" y="5334000"/>
              <a:ext cx="2895600" cy="0"/>
            </a:xfrm>
            <a:prstGeom prst="line">
              <a:avLst/>
            </a:prstGeom>
            <a:ln w="38100">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470D142-6F46-1CC2-8809-CA50F9A011C5}"/>
                </a:ext>
              </a:extLst>
            </p:cNvPr>
            <p:cNvCxnSpPr/>
            <p:nvPr/>
          </p:nvCxnSpPr>
          <p:spPr>
            <a:xfrm>
              <a:off x="1674812" y="5334000"/>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4163000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else {   </a:t>
            </a:r>
            <a:r>
              <a:rPr lang="en-US" sz="2000" dirty="0">
                <a:solidFill>
                  <a:srgbClr val="00B050"/>
                </a:solidFill>
                <a:ea typeface="Verdana" panose="020B0604030504040204" pitchFamily="34" charset="0"/>
                <a:cs typeface="Verdana" panose="020B0604030504040204" pitchFamily="34" charset="0"/>
              </a:rPr>
              <a:t>// the 1</a:t>
            </a:r>
            <a:r>
              <a:rPr lang="en-US" sz="2000" baseline="30000" dirty="0">
                <a:solidFill>
                  <a:srgbClr val="00B050"/>
                </a:solidFill>
                <a:ea typeface="Verdana" panose="020B0604030504040204" pitchFamily="34" charset="0"/>
                <a:cs typeface="Verdana" panose="020B0604030504040204" pitchFamily="34" charset="0"/>
              </a:rPr>
              <a:t>st</a:t>
            </a:r>
            <a:r>
              <a:rPr lang="en-US" sz="2000" dirty="0">
                <a:solidFill>
                  <a:srgbClr val="00B050"/>
                </a:solidFill>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b="1" dirty="0">
                <a:effectLst>
                  <a:glow rad="139700">
                    <a:srgbClr val="FFC000">
                      <a:alpha val="40000"/>
                    </a:srgbClr>
                  </a:glow>
                </a:effectLst>
                <a:ea typeface="Verdana" panose="020B0604030504040204" pitchFamily="34" charset="0"/>
                <a:cs typeface="Verdana" panose="020B0604030504040204" pitchFamily="34" charset="0"/>
              </a:rPr>
              <a:t>if (they are the last elements)   break</a:t>
            </a:r>
            <a:r>
              <a:rPr lang="en-US" sz="2000" b="1" dirty="0">
                <a:ea typeface="Verdana" panose="020B0604030504040204" pitchFamily="34" charset="0"/>
                <a:cs typeface="Verdana" panose="020B0604030504040204" pitchFamily="34" charset="0"/>
              </a:rPr>
              <a: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1st half joins end of the merged list;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move the 1st element of 2nd half to the end of the 	         merged list;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 </a:t>
            </a:r>
            <a:r>
              <a:rPr lang="en-US" sz="2000" dirty="0">
                <a:solidFill>
                  <a:srgbClr val="00B050"/>
                </a:solidFill>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dirty="0">
                <a:solidFill>
                  <a:srgbClr val="00B050"/>
                </a:solidFill>
                <a:ea typeface="Verdana" panose="020B0604030504040204" pitchFamily="34" charset="0"/>
                <a:cs typeface="Verdana" panose="020B0604030504040204" pitchFamily="34" charset="0"/>
              </a:rPr>
              <a:t>// end of merge</a:t>
            </a:r>
            <a:endParaRPr lang="en-GB" sz="2000" dirty="0">
              <a:solidFill>
                <a:srgbClr val="00B050"/>
              </a:solidFill>
              <a:ea typeface="Verdana" panose="020B0604030504040204" pitchFamily="34" charset="0"/>
              <a:cs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else {   </a:t>
            </a:r>
            <a:r>
              <a:rPr lang="en-US" sz="2000" dirty="0">
                <a:solidFill>
                  <a:srgbClr val="00B050"/>
                </a:solidFill>
                <a:latin typeface="+mj-lt"/>
                <a:ea typeface="Verdana" panose="020B0604030504040204" pitchFamily="34" charset="0"/>
                <a:cs typeface="Verdana" panose="020B0604030504040204" pitchFamily="34" charset="0"/>
              </a:rPr>
              <a:t>// the 1</a:t>
            </a:r>
            <a:r>
              <a:rPr lang="en-US" sz="2000" baseline="30000" dirty="0">
                <a:solidFill>
                  <a:srgbClr val="00B050"/>
                </a:solidFill>
                <a:latin typeface="+mj-lt"/>
                <a:ea typeface="Verdana" panose="020B0604030504040204" pitchFamily="34" charset="0"/>
                <a:cs typeface="Verdana" panose="020B0604030504040204" pitchFamily="34" charset="0"/>
              </a:rPr>
              <a:t>st</a:t>
            </a:r>
            <a:r>
              <a:rPr lang="en-US" sz="2000" dirty="0">
                <a:solidFill>
                  <a:srgbClr val="00B050"/>
                </a:solidFill>
                <a:latin typeface="+mj-lt"/>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if (they are the last elements)   break</a:t>
            </a:r>
            <a:r>
              <a:rPr lang="en-US" sz="2000" b="1" dirty="0">
                <a:latin typeface="+mj-lt"/>
                <a:ea typeface="Verdana" panose="020B0604030504040204" pitchFamily="34" charset="0"/>
                <a:cs typeface="Verdana" panose="020B0604030504040204" pitchFamily="34" charset="0"/>
              </a:rPr>
              <a:t>;</a:t>
            </a:r>
          </a:p>
          <a:p>
            <a:pPr>
              <a:spcAft>
                <a:spcPts val="1200"/>
              </a:spcAft>
              <a:buFont typeface="Monotype Sorts" pitchFamily="2" charset="2"/>
              <a:buNone/>
              <a:defRPr/>
            </a:pPr>
            <a:r>
              <a:rPr lang="en-US" sz="2000" b="1"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        1st element of 1st half joins end of the merged list;</a:t>
            </a:r>
          </a:p>
          <a:p>
            <a:pPr>
              <a:spcAft>
                <a:spcPts val="1200"/>
              </a:spcAft>
              <a:buFont typeface="Monotype Sorts" pitchFamily="2" charset="2"/>
              <a:buNone/>
              <a:defRPr/>
            </a:pPr>
            <a:r>
              <a:rPr lang="en-US" sz="2000" b="1" dirty="0">
                <a:latin typeface="+mj-lt"/>
                <a:ea typeface="Verdana" panose="020B0604030504040204" pitchFamily="34" charset="0"/>
                <a:cs typeface="Verdana" panose="020B0604030504040204" pitchFamily="34" charset="0"/>
              </a:rPr>
              <a:t>		</a:t>
            </a:r>
            <a:r>
              <a:rPr lang="en-US" sz="2000" b="1" dirty="0">
                <a:effectLst>
                  <a:glow rad="139700">
                    <a:srgbClr val="FFC000">
                      <a:alpha val="40000"/>
                    </a:srgbClr>
                  </a:glow>
                </a:effectLst>
                <a:latin typeface="+mj-lt"/>
                <a:ea typeface="Verdana" panose="020B0604030504040204" pitchFamily="34" charset="0"/>
                <a:cs typeface="Verdana" panose="020B0604030504040204" pitchFamily="34" charset="0"/>
              </a:rPr>
              <a:t>         move the 1st element of 2nd half to the end of the 	         merged list;        </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 </a:t>
            </a:r>
            <a:r>
              <a:rPr lang="en-US" sz="2000" dirty="0">
                <a:solidFill>
                  <a:srgbClr val="00B050"/>
                </a:solidFill>
                <a:latin typeface="+mj-lt"/>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latin typeface="+mj-lt"/>
                <a:ea typeface="Verdana" panose="020B0604030504040204" pitchFamily="34" charset="0"/>
                <a:cs typeface="Verdana" panose="020B0604030504040204" pitchFamily="34" charset="0"/>
              </a:rPr>
              <a:t>} </a:t>
            </a:r>
            <a:r>
              <a:rPr lang="en-US" sz="2000" dirty="0">
                <a:solidFill>
                  <a:srgbClr val="00B050"/>
                </a:solidFill>
                <a:latin typeface="+mj-lt"/>
                <a:ea typeface="Verdana" panose="020B0604030504040204" pitchFamily="34" charset="0"/>
                <a:cs typeface="Verdana" panose="020B0604030504040204" pitchFamily="34" charset="0"/>
              </a:rPr>
              <a:t>// end of merge</a:t>
            </a:r>
            <a:endParaRPr lang="en-GB" sz="2000" dirty="0">
              <a:solidFill>
                <a:srgbClr val="00B050"/>
              </a:solidFill>
              <a:latin typeface="+mj-lt"/>
              <a:ea typeface="Verdana" panose="020B0604030504040204" pitchFamily="34" charset="0"/>
              <a:cs typeface="Verdana" panose="020B0604030504040204" pitchFamily="34" charset="0"/>
            </a:endParaRPr>
          </a:p>
        </p:txBody>
      </p:sp>
      <p:grpSp>
        <p:nvGrpSpPr>
          <p:cNvPr id="26" name="Group 25">
            <a:extLst>
              <a:ext uri="{FF2B5EF4-FFF2-40B4-BE49-F238E27FC236}">
                <a16:creationId xmlns:a16="http://schemas.microsoft.com/office/drawing/2014/main" id="{5C6C92D7-B1A8-E8AA-2D0E-48AFDD45E316}"/>
              </a:ext>
            </a:extLst>
          </p:cNvPr>
          <p:cNvGrpSpPr/>
          <p:nvPr/>
        </p:nvGrpSpPr>
        <p:grpSpPr>
          <a:xfrm>
            <a:off x="2058245" y="5240057"/>
            <a:ext cx="6108988" cy="1097305"/>
            <a:chOff x="2058245" y="5240057"/>
            <a:chExt cx="6108988" cy="1097305"/>
          </a:xfrm>
        </p:grpSpPr>
        <p:sp>
          <p:nvSpPr>
            <p:cNvPr id="5" name="Rounded Rectangle 4">
              <a:extLst>
                <a:ext uri="{FF2B5EF4-FFF2-40B4-BE49-F238E27FC236}">
                  <a16:creationId xmlns:a16="http://schemas.microsoft.com/office/drawing/2014/main" id="{D158A28C-05EC-22B0-17C4-15699CF37E1C}"/>
                </a:ext>
              </a:extLst>
            </p:cNvPr>
            <p:cNvSpPr/>
            <p:nvPr/>
          </p:nvSpPr>
          <p:spPr>
            <a:xfrm>
              <a:off x="2058245" y="5454792"/>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10</a:t>
              </a:r>
            </a:p>
          </p:txBody>
        </p:sp>
        <p:sp>
          <p:nvSpPr>
            <p:cNvPr id="6" name="Rectangle 5">
              <a:extLst>
                <a:ext uri="{FF2B5EF4-FFF2-40B4-BE49-F238E27FC236}">
                  <a16:creationId xmlns:a16="http://schemas.microsoft.com/office/drawing/2014/main" id="{A6CC2B70-F9E8-9CB4-9DF6-1A808A8AF78B}"/>
                </a:ext>
              </a:extLst>
            </p:cNvPr>
            <p:cNvSpPr/>
            <p:nvPr/>
          </p:nvSpPr>
          <p:spPr>
            <a:xfrm>
              <a:off x="4388922" y="53832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ounded Rectangle 6">
              <a:extLst>
                <a:ext uri="{FF2B5EF4-FFF2-40B4-BE49-F238E27FC236}">
                  <a16:creationId xmlns:a16="http://schemas.microsoft.com/office/drawing/2014/main" id="{0F19FB51-B4FD-DFE4-5685-F48A9F203955}"/>
                </a:ext>
              </a:extLst>
            </p:cNvPr>
            <p:cNvSpPr/>
            <p:nvPr/>
          </p:nvSpPr>
          <p:spPr>
            <a:xfrm>
              <a:off x="4492812"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8" name="Rounded Rectangle 7">
              <a:extLst>
                <a:ext uri="{FF2B5EF4-FFF2-40B4-BE49-F238E27FC236}">
                  <a16:creationId xmlns:a16="http://schemas.microsoft.com/office/drawing/2014/main" id="{352877C4-0D67-1E63-7C96-72140B0C8342}"/>
                </a:ext>
              </a:extLst>
            </p:cNvPr>
            <p:cNvSpPr/>
            <p:nvPr/>
          </p:nvSpPr>
          <p:spPr>
            <a:xfrm>
              <a:off x="5049405"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71</a:t>
              </a:r>
            </a:p>
          </p:txBody>
        </p:sp>
        <p:sp>
          <p:nvSpPr>
            <p:cNvPr id="9" name="Rounded Rectangle 8">
              <a:extLst>
                <a:ext uri="{FF2B5EF4-FFF2-40B4-BE49-F238E27FC236}">
                  <a16:creationId xmlns:a16="http://schemas.microsoft.com/office/drawing/2014/main" id="{0FF4F349-90F1-6B87-D9E1-9C4B9B86F0C8}"/>
                </a:ext>
              </a:extLst>
            </p:cNvPr>
            <p:cNvSpPr/>
            <p:nvPr/>
          </p:nvSpPr>
          <p:spPr>
            <a:xfrm>
              <a:off x="5614794" y="5458875"/>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90</a:t>
              </a:r>
            </a:p>
          </p:txBody>
        </p:sp>
        <p:sp>
          <p:nvSpPr>
            <p:cNvPr id="10" name="Rounded Rectangle 9">
              <a:extLst>
                <a:ext uri="{FF2B5EF4-FFF2-40B4-BE49-F238E27FC236}">
                  <a16:creationId xmlns:a16="http://schemas.microsoft.com/office/drawing/2014/main" id="{258BB1BD-5D6B-B878-32C2-90FA97784516}"/>
                </a:ext>
              </a:extLst>
            </p:cNvPr>
            <p:cNvSpPr/>
            <p:nvPr/>
          </p:nvSpPr>
          <p:spPr>
            <a:xfrm>
              <a:off x="2710507" y="54588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22</a:t>
              </a:r>
            </a:p>
          </p:txBody>
        </p:sp>
        <p:sp>
          <p:nvSpPr>
            <p:cNvPr id="11" name="Rectangle 10">
              <a:extLst>
                <a:ext uri="{FF2B5EF4-FFF2-40B4-BE49-F238E27FC236}">
                  <a16:creationId xmlns:a16="http://schemas.microsoft.com/office/drawing/2014/main" id="{4C84C2F8-2C11-E186-4743-12F4785DA7D5}"/>
                </a:ext>
              </a:extLst>
            </p:cNvPr>
            <p:cNvSpPr/>
            <p:nvPr/>
          </p:nvSpPr>
          <p:spPr>
            <a:xfrm>
              <a:off x="6330807" y="5383213"/>
              <a:ext cx="1836426" cy="587705"/>
            </a:xfrm>
            <a:prstGeom prst="rect">
              <a:avLst/>
            </a:prstGeom>
            <a:noFill/>
            <a:ln w="57150">
              <a:solidFill>
                <a:srgbClr val="6699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a:extLst>
                <a:ext uri="{FF2B5EF4-FFF2-40B4-BE49-F238E27FC236}">
                  <a16:creationId xmlns:a16="http://schemas.microsoft.com/office/drawing/2014/main" id="{A05102C6-EF7E-C348-F595-C5E1C667909B}"/>
                </a:ext>
              </a:extLst>
            </p:cNvPr>
            <p:cNvSpPr/>
            <p:nvPr/>
          </p:nvSpPr>
          <p:spPr>
            <a:xfrm>
              <a:off x="6430074" y="5458873"/>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25</a:t>
              </a:r>
            </a:p>
          </p:txBody>
        </p:sp>
        <p:sp>
          <p:nvSpPr>
            <p:cNvPr id="13" name="Rounded Rectangle 12">
              <a:extLst>
                <a:ext uri="{FF2B5EF4-FFF2-40B4-BE49-F238E27FC236}">
                  <a16:creationId xmlns:a16="http://schemas.microsoft.com/office/drawing/2014/main" id="{F75CAC10-83DF-E798-570C-9937A74012EE}"/>
                </a:ext>
              </a:extLst>
            </p:cNvPr>
            <p:cNvSpPr/>
            <p:nvPr/>
          </p:nvSpPr>
          <p:spPr>
            <a:xfrm>
              <a:off x="6996380" y="5448300"/>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74</a:t>
              </a:r>
            </a:p>
          </p:txBody>
        </p:sp>
        <p:sp>
          <p:nvSpPr>
            <p:cNvPr id="14" name="Rounded Rectangle 13">
              <a:extLst>
                <a:ext uri="{FF2B5EF4-FFF2-40B4-BE49-F238E27FC236}">
                  <a16:creationId xmlns:a16="http://schemas.microsoft.com/office/drawing/2014/main" id="{C627AA11-D99E-E81E-F0B1-D73C82031464}"/>
                </a:ext>
              </a:extLst>
            </p:cNvPr>
            <p:cNvSpPr/>
            <p:nvPr/>
          </p:nvSpPr>
          <p:spPr>
            <a:xfrm>
              <a:off x="7562686" y="5448221"/>
              <a:ext cx="480350" cy="400391"/>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94</a:t>
              </a:r>
            </a:p>
          </p:txBody>
        </p:sp>
        <p:sp>
          <p:nvSpPr>
            <p:cNvPr id="15" name="TextBox 14">
              <a:extLst>
                <a:ext uri="{FF2B5EF4-FFF2-40B4-BE49-F238E27FC236}">
                  <a16:creationId xmlns:a16="http://schemas.microsoft.com/office/drawing/2014/main" id="{85719750-F234-B6FD-6A20-99281550CB9C}"/>
                </a:ext>
              </a:extLst>
            </p:cNvPr>
            <p:cNvSpPr txBox="1"/>
            <p:nvPr/>
          </p:nvSpPr>
          <p:spPr>
            <a:xfrm>
              <a:off x="4578137" y="5923205"/>
              <a:ext cx="309700" cy="360612"/>
            </a:xfrm>
            <a:prstGeom prst="rect">
              <a:avLst/>
            </a:prstGeom>
            <a:noFill/>
          </p:spPr>
          <p:txBody>
            <a:bodyPr wrap="none" rtlCol="0">
              <a:spAutoFit/>
            </a:bodyPr>
            <a:lstStyle/>
            <a:p>
              <a:r>
                <a:rPr lang="en-US" dirty="0">
                  <a:solidFill>
                    <a:srgbClr val="0000FF"/>
                  </a:solidFill>
                </a:rPr>
                <a:t>a</a:t>
              </a:r>
            </a:p>
          </p:txBody>
        </p:sp>
        <p:sp>
          <p:nvSpPr>
            <p:cNvPr id="16" name="TextBox 15">
              <a:extLst>
                <a:ext uri="{FF2B5EF4-FFF2-40B4-BE49-F238E27FC236}">
                  <a16:creationId xmlns:a16="http://schemas.microsoft.com/office/drawing/2014/main" id="{03B410FD-F46D-8EC6-B963-EF92AE56AB65}"/>
                </a:ext>
              </a:extLst>
            </p:cNvPr>
            <p:cNvSpPr txBox="1"/>
            <p:nvPr/>
          </p:nvSpPr>
          <p:spPr>
            <a:xfrm>
              <a:off x="6551850" y="5969096"/>
              <a:ext cx="309700" cy="360612"/>
            </a:xfrm>
            <a:prstGeom prst="rect">
              <a:avLst/>
            </a:prstGeom>
            <a:noFill/>
          </p:spPr>
          <p:txBody>
            <a:bodyPr wrap="none" rtlCol="0">
              <a:spAutoFit/>
            </a:bodyPr>
            <a:lstStyle/>
            <a:p>
              <a:r>
                <a:rPr lang="en-US" dirty="0">
                  <a:solidFill>
                    <a:srgbClr val="0000FF"/>
                  </a:solidFill>
                </a:rPr>
                <a:t>b</a:t>
              </a:r>
            </a:p>
          </p:txBody>
        </p:sp>
        <p:sp>
          <p:nvSpPr>
            <p:cNvPr id="17" name="TextBox 16">
              <a:extLst>
                <a:ext uri="{FF2B5EF4-FFF2-40B4-BE49-F238E27FC236}">
                  <a16:creationId xmlns:a16="http://schemas.microsoft.com/office/drawing/2014/main" id="{ABAE8BB7-217E-3FA2-53B8-75CCBCF11333}"/>
                </a:ext>
              </a:extLst>
            </p:cNvPr>
            <p:cNvSpPr txBox="1"/>
            <p:nvPr/>
          </p:nvSpPr>
          <p:spPr>
            <a:xfrm>
              <a:off x="5617405" y="5976750"/>
              <a:ext cx="550151" cy="360612"/>
            </a:xfrm>
            <a:prstGeom prst="rect">
              <a:avLst/>
            </a:prstGeom>
            <a:noFill/>
          </p:spPr>
          <p:txBody>
            <a:bodyPr wrap="none" rtlCol="0">
              <a:spAutoFit/>
            </a:bodyPr>
            <a:lstStyle/>
            <a:p>
              <a:r>
                <a:rPr lang="en-US" dirty="0">
                  <a:solidFill>
                    <a:srgbClr val="0000FF"/>
                  </a:solidFill>
                </a:rPr>
                <a:t>mid</a:t>
              </a:r>
            </a:p>
          </p:txBody>
        </p:sp>
        <p:cxnSp>
          <p:nvCxnSpPr>
            <p:cNvPr id="18" name="Straight Connector 17">
              <a:extLst>
                <a:ext uri="{FF2B5EF4-FFF2-40B4-BE49-F238E27FC236}">
                  <a16:creationId xmlns:a16="http://schemas.microsoft.com/office/drawing/2014/main" id="{08506D57-61FB-A7C5-E4BB-18DEA952A368}"/>
                </a:ext>
              </a:extLst>
            </p:cNvPr>
            <p:cNvCxnSpPr>
              <a:cxnSpLocks/>
            </p:cNvCxnSpPr>
            <p:nvPr/>
          </p:nvCxnSpPr>
          <p:spPr>
            <a:xfrm flipH="1">
              <a:off x="6663560" y="5240057"/>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4627D4D0-8826-B6C2-E306-AA9A5F6A57C6}"/>
                </a:ext>
              </a:extLst>
            </p:cNvPr>
            <p:cNvCxnSpPr>
              <a:cxnSpLocks/>
            </p:cNvCxnSpPr>
            <p:nvPr/>
          </p:nvCxnSpPr>
          <p:spPr>
            <a:xfrm>
              <a:off x="3579812" y="5257800"/>
              <a:ext cx="3124200" cy="0"/>
            </a:xfrm>
            <a:prstGeom prst="line">
              <a:avLst/>
            </a:prstGeom>
            <a:ln w="38100">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7EAA5C8-45C9-3AFC-5B64-F3CB769C3C45}"/>
                </a:ext>
              </a:extLst>
            </p:cNvPr>
            <p:cNvCxnSpPr/>
            <p:nvPr/>
          </p:nvCxnSpPr>
          <p:spPr>
            <a:xfrm>
              <a:off x="3884612" y="5250632"/>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A45C2BBA-FC89-A765-D1FC-1EB767FCE78A}"/>
                </a:ext>
              </a:extLst>
            </p:cNvPr>
            <p:cNvCxnSpPr>
              <a:cxnSpLocks/>
            </p:cNvCxnSpPr>
            <p:nvPr/>
          </p:nvCxnSpPr>
          <p:spPr>
            <a:xfrm flipH="1">
              <a:off x="4721047" y="5251968"/>
              <a:ext cx="6689" cy="201075"/>
            </a:xfrm>
            <a:prstGeom prst="line">
              <a:avLst/>
            </a:prstGeom>
            <a:ln w="28575">
              <a:solidFill>
                <a:srgbClr val="FF0000"/>
              </a:solidFill>
              <a:prstDash val="sysDash"/>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8E77C727-3A12-A461-2336-12DCF06311B2}"/>
                </a:ext>
              </a:extLst>
            </p:cNvPr>
            <p:cNvCxnSpPr/>
            <p:nvPr/>
          </p:nvCxnSpPr>
          <p:spPr>
            <a:xfrm>
              <a:off x="3579812" y="5267416"/>
              <a:ext cx="0" cy="381000"/>
            </a:xfrm>
            <a:prstGeom prst="straightConnector1">
              <a:avLst/>
            </a:prstGeom>
            <a:ln w="38100">
              <a:solidFill>
                <a:srgbClr val="FF0000"/>
              </a:solidFill>
              <a:prstDash val="sysDash"/>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102975484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altLang="en-US" dirty="0">
                <a:latin typeface="Arial" panose="020B0604020202020204" pitchFamily="34" charset="0"/>
              </a:rPr>
              <a:t>Merge (Pseudo Code)</a:t>
            </a:r>
          </a:p>
        </p:txBody>
      </p:sp>
      <p:sp>
        <p:nvSpPr>
          <p:cNvPr id="4" name="Content Placeholder 3"/>
          <p:cNvSpPr>
            <a:spLocks noGrp="1"/>
          </p:cNvSpPr>
          <p:nvPr>
            <p:ph sz="quarter" idx="17"/>
          </p:nvPr>
        </p:nvSpPr>
        <p:spPr/>
        <p:txBody>
          <a:bodyPr/>
          <a:lstStyle/>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else {   </a:t>
            </a:r>
            <a:r>
              <a:rPr lang="en-US" sz="2000" dirty="0">
                <a:solidFill>
                  <a:srgbClr val="00B050"/>
                </a:solidFill>
                <a:ea typeface="Verdana" panose="020B0604030504040204" pitchFamily="34" charset="0"/>
                <a:cs typeface="Verdana" panose="020B0604030504040204" pitchFamily="34" charset="0"/>
              </a:rPr>
              <a:t>// the 1</a:t>
            </a:r>
            <a:r>
              <a:rPr lang="en-US" sz="2000" baseline="30000" dirty="0">
                <a:solidFill>
                  <a:srgbClr val="00B050"/>
                </a:solidFill>
                <a:ea typeface="Verdana" panose="020B0604030504040204" pitchFamily="34" charset="0"/>
                <a:cs typeface="Verdana" panose="020B0604030504040204" pitchFamily="34" charset="0"/>
              </a:rPr>
              <a:t>st</a:t>
            </a:r>
            <a:r>
              <a:rPr lang="en-US" sz="2000" dirty="0">
                <a:solidFill>
                  <a:srgbClr val="00B050"/>
                </a:solidFill>
                <a:ea typeface="Verdana" panose="020B0604030504040204" pitchFamily="34" charset="0"/>
                <a:cs typeface="Verdana" panose="020B0604030504040204" pitchFamily="34" charset="0"/>
              </a:rPr>
              <a:t> elements of the 2 halves are equal</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if (they are the last elements)   break;</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1st half joins end of the merged list;</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move the 1</a:t>
            </a:r>
            <a:r>
              <a:rPr lang="en-US" sz="2000" baseline="30000" dirty="0">
                <a:ea typeface="Verdana" panose="020B0604030504040204" pitchFamily="34" charset="0"/>
                <a:cs typeface="Verdana" panose="020B0604030504040204" pitchFamily="34" charset="0"/>
              </a:rPr>
              <a:t>st</a:t>
            </a:r>
            <a:r>
              <a:rPr lang="en-US" sz="2000" dirty="0">
                <a:ea typeface="Verdana" panose="020B0604030504040204" pitchFamily="34" charset="0"/>
                <a:cs typeface="Verdana" panose="020B0604030504040204" pitchFamily="34" charset="0"/>
              </a:rPr>
              <a:t> element of 2nd half to the end of the 		         merged list;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 </a:t>
            </a:r>
            <a:r>
              <a:rPr lang="en-US" sz="2000" dirty="0">
                <a:solidFill>
                  <a:srgbClr val="00B050"/>
                </a:solidFill>
                <a:ea typeface="Verdana" panose="020B0604030504040204" pitchFamily="34" charset="0"/>
                <a:cs typeface="Verdana" panose="020B0604030504040204" pitchFamily="34" charset="0"/>
              </a:rPr>
              <a:t>// end of while loop;</a:t>
            </a:r>
          </a:p>
          <a:p>
            <a:pPr>
              <a:spcAft>
                <a:spcPts val="1200"/>
              </a:spcAft>
              <a:buFont typeface="Monotype Sorts" pitchFamily="2" charset="2"/>
              <a:buNone/>
              <a:defRPr/>
            </a:pPr>
            <a:r>
              <a:rPr lang="en-US" sz="2000" dirty="0">
                <a:ea typeface="Verdana" panose="020B0604030504040204" pitchFamily="34" charset="0"/>
                <a:cs typeface="Verdana" panose="020B0604030504040204" pitchFamily="34" charset="0"/>
              </a:rPr>
              <a:t>} </a:t>
            </a:r>
            <a:r>
              <a:rPr lang="en-US" sz="2000" dirty="0">
                <a:solidFill>
                  <a:srgbClr val="00B050"/>
                </a:solidFill>
                <a:ea typeface="Verdana" panose="020B0604030504040204" pitchFamily="34" charset="0"/>
                <a:cs typeface="Verdana" panose="020B0604030504040204" pitchFamily="34" charset="0"/>
              </a:rPr>
              <a:t>// end of merge</a:t>
            </a:r>
            <a:endParaRPr lang="en-GB" sz="2000" dirty="0">
              <a:solidFill>
                <a:srgbClr val="00B050"/>
              </a:solidFill>
              <a:ea typeface="Verdana" panose="020B0604030504040204" pitchFamily="34" charset="0"/>
              <a:cs typeface="Verdana" panose="020B0604030504040204" pitchFamily="34" charset="0"/>
            </a:endParaRPr>
          </a:p>
        </p:txBody>
      </p:sp>
      <p:sp>
        <p:nvSpPr>
          <p:cNvPr id="38919" name="Cloud Callout 9"/>
          <p:cNvSpPr>
            <a:spLocks noChangeArrowheads="1"/>
          </p:cNvSpPr>
          <p:nvPr/>
        </p:nvSpPr>
        <p:spPr bwMode="auto">
          <a:xfrm>
            <a:off x="4444038" y="3962399"/>
            <a:ext cx="4495800" cy="2093913"/>
          </a:xfrm>
          <a:prstGeom prst="cloudCallout">
            <a:avLst>
              <a:gd name="adj1" fmla="val -40042"/>
              <a:gd name="adj2" fmla="val 57106"/>
            </a:avLst>
          </a:prstGeom>
          <a:solidFill>
            <a:srgbClr val="C00000"/>
          </a:solid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bg1"/>
                </a:solidFill>
              </a:rPr>
              <a:t>Challenge:</a:t>
            </a:r>
          </a:p>
          <a:p>
            <a:pPr eaLnBrk="1" hangingPunct="1"/>
            <a:r>
              <a:rPr lang="en-US" altLang="en-US" sz="1800" dirty="0">
                <a:solidFill>
                  <a:schemeClr val="bg1"/>
                </a:solidFill>
              </a:rPr>
              <a:t>How to do it without auxiliary</a:t>
            </a:r>
          </a:p>
          <a:p>
            <a:pPr eaLnBrk="1" hangingPunct="1"/>
            <a:r>
              <a:rPr lang="en-US" altLang="en-US" sz="1800" dirty="0">
                <a:solidFill>
                  <a:schemeClr val="bg1"/>
                </a:solidFill>
              </a:rPr>
              <a:t> storage for the merged list?</a:t>
            </a:r>
          </a:p>
        </p:txBody>
      </p:sp>
    </p:spTree>
    <p:extLst>
      <p:ext uri="{BB962C8B-B14F-4D97-AF65-F5344CB8AC3E}">
        <p14:creationId xmlns:p14="http://schemas.microsoft.com/office/powerpoint/2010/main" val="21628421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919"/>
                                        </p:tgtEl>
                                        <p:attrNameLst>
                                          <p:attrName>style.visibility</p:attrName>
                                        </p:attrNameLst>
                                      </p:cBhvr>
                                      <p:to>
                                        <p:strVal val="visible"/>
                                      </p:to>
                                    </p:set>
                                    <p:animEffect transition="in" filter="fade">
                                      <p:cBhvr>
                                        <p:cTn id="7" dur="500"/>
                                        <p:tgtEl>
                                          <p:spTgt spid="389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Merge (Case Scenarios)</a:t>
            </a:r>
          </a:p>
        </p:txBody>
      </p:sp>
    </p:spTree>
    <p:extLst>
      <p:ext uri="{BB962C8B-B14F-4D97-AF65-F5344CB8AC3E}">
        <p14:creationId xmlns:p14="http://schemas.microsoft.com/office/powerpoint/2010/main" val="56837980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42132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38188"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29752"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58645"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051017" y="3256994"/>
            <a:ext cx="357470" cy="817026"/>
            <a:chOff x="1051017" y="3051077"/>
            <a:chExt cx="357470" cy="817026"/>
          </a:xfrm>
        </p:grpSpPr>
        <p:sp>
          <p:nvSpPr>
            <p:cNvPr id="156" name="Text Box 5"/>
            <p:cNvSpPr txBox="1">
              <a:spLocks noChangeArrowheads="1"/>
            </p:cNvSpPr>
            <p:nvPr/>
          </p:nvSpPr>
          <p:spPr bwMode="gray">
            <a:xfrm>
              <a:off x="1051017" y="3372710"/>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0847" y="3051077"/>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167" name="Rounded Rectangle 166"/>
          <p:cNvSpPr/>
          <p:nvPr/>
        </p:nvSpPr>
        <p:spPr>
          <a:xfrm>
            <a:off x="1624059"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5623"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155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311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46598"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38162"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1663"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3227"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2120"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37534"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29098"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502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0658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0073"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1637"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2127" y="357862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88414" y="325699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8" name="Group 7"/>
          <p:cNvGrpSpPr/>
          <p:nvPr/>
        </p:nvGrpSpPr>
        <p:grpSpPr>
          <a:xfrm>
            <a:off x="3764492" y="3256994"/>
            <a:ext cx="373500" cy="817026"/>
            <a:chOff x="3764492" y="3051077"/>
            <a:chExt cx="373500" cy="817026"/>
          </a:xfrm>
        </p:grpSpPr>
        <p:sp>
          <p:nvSpPr>
            <p:cNvPr id="188" name="Text Box 5"/>
            <p:cNvSpPr txBox="1">
              <a:spLocks noChangeArrowheads="1"/>
            </p:cNvSpPr>
            <p:nvPr/>
          </p:nvSpPr>
          <p:spPr bwMode="gray">
            <a:xfrm>
              <a:off x="3764492" y="337271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4322" y="3051077"/>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par>
                                <p:cTn id="8" presetID="22" presetClass="entr" presetSubtype="2" fill="hold" grpId="0" nodeType="withEffect">
                                  <p:stCondLst>
                                    <p:cond delay="0"/>
                                  </p:stCondLst>
                                  <p:childTnLst>
                                    <p:set>
                                      <p:cBhvr>
                                        <p:cTn id="9" dur="1" fill="hold">
                                          <p:stCondLst>
                                            <p:cond delay="0"/>
                                          </p:stCondLst>
                                        </p:cTn>
                                        <p:tgtEl>
                                          <p:spTgt spid="148"/>
                                        </p:tgtEl>
                                        <p:attrNameLst>
                                          <p:attrName>style.visibility</p:attrName>
                                        </p:attrNameLst>
                                      </p:cBhvr>
                                      <p:to>
                                        <p:strVal val="visible"/>
                                      </p:to>
                                    </p:set>
                                    <p:animEffect transition="in" filter="wipe(right)">
                                      <p:cBhvr>
                                        <p:cTn id="10" dur="500"/>
                                        <p:tgtEl>
                                          <p:spTgt spid="148"/>
                                        </p:tgtEl>
                                      </p:cBhvr>
                                    </p:animEffect>
                                  </p:childTnLst>
                                </p:cTn>
                              </p:par>
                              <p:par>
                                <p:cTn id="11" presetID="26" presetClass="emph" presetSubtype="0" fill="hold" grpId="0" nodeType="withEffect">
                                  <p:stCondLst>
                                    <p:cond delay="0"/>
                                  </p:stCondLst>
                                  <p:childTnLst>
                                    <p:animEffect transition="out" filter="fade">
                                      <p:cBhvr>
                                        <p:cTn id="12" dur="500" tmFilter="0, 0; .2, .5; .8, .5; 1, 0"/>
                                        <p:tgtEl>
                                          <p:spTgt spid="140"/>
                                        </p:tgtEl>
                                      </p:cBhvr>
                                    </p:animEffect>
                                    <p:animScale>
                                      <p:cBhvr>
                                        <p:cTn id="13" dur="250" autoRev="1" fill="hold"/>
                                        <p:tgtEl>
                                          <p:spTgt spid="140"/>
                                        </p:tgtEl>
                                      </p:cBhvr>
                                      <p:by x="105000" y="105000"/>
                                    </p:animScale>
                                  </p:childTnLst>
                                </p:cTn>
                              </p:par>
                              <p:par>
                                <p:cTn id="14" presetID="26" presetClass="emph" presetSubtype="0" fill="hold" grpId="0" nodeType="withEffect">
                                  <p:stCondLst>
                                    <p:cond delay="0"/>
                                  </p:stCondLst>
                                  <p:childTnLst>
                                    <p:animEffect transition="out" filter="fade">
                                      <p:cBhvr>
                                        <p:cTn id="15" dur="500" tmFilter="0, 0; .2, .5; .8, .5; 1, 0"/>
                                        <p:tgtEl>
                                          <p:spTgt spid="167"/>
                                        </p:tgtEl>
                                      </p:cBhvr>
                                    </p:animEffect>
                                    <p:animScale>
                                      <p:cBhvr>
                                        <p:cTn id="16" dur="250" autoRev="1" fill="hold"/>
                                        <p:tgtEl>
                                          <p:spTgt spid="167"/>
                                        </p:tgtEl>
                                      </p:cBhvr>
                                      <p:by x="105000" y="105000"/>
                                    </p:animScale>
                                  </p:childTnLst>
                                </p:cTn>
                              </p:par>
                              <p:par>
                                <p:cTn id="17" presetID="26" presetClass="emph" presetSubtype="0" fill="hold" grpId="0" nodeType="withEffect">
                                  <p:stCondLst>
                                    <p:cond delay="0"/>
                                  </p:stCondLst>
                                  <p:childTnLst>
                                    <p:animEffect transition="out" filter="fade">
                                      <p:cBhvr>
                                        <p:cTn id="18" dur="500" tmFilter="0, 0; .2, .5; .8, .5; 1, 0"/>
                                        <p:tgtEl>
                                          <p:spTgt spid="169"/>
                                        </p:tgtEl>
                                      </p:cBhvr>
                                    </p:animEffect>
                                    <p:animScale>
                                      <p:cBhvr>
                                        <p:cTn id="19" dur="250" autoRev="1" fill="hold"/>
                                        <p:tgtEl>
                                          <p:spTgt spid="169"/>
                                        </p:tgtEl>
                                      </p:cBhvr>
                                      <p:by x="105000" y="105000"/>
                                    </p:animScale>
                                  </p:childTnLst>
                                </p:cTn>
                              </p:par>
                              <p:par>
                                <p:cTn id="20" presetID="26" presetClass="emph" presetSubtype="0" fill="hold" grpId="0" nodeType="withEffect">
                                  <p:stCondLst>
                                    <p:cond delay="0"/>
                                  </p:stCondLst>
                                  <p:childTnLst>
                                    <p:animEffect transition="out" filter="fade">
                                      <p:cBhvr>
                                        <p:cTn id="21" dur="500" tmFilter="0, 0; .2, .5; .8, .5; 1, 0"/>
                                        <p:tgtEl>
                                          <p:spTgt spid="171"/>
                                        </p:tgtEl>
                                      </p:cBhvr>
                                    </p:animEffect>
                                    <p:animScale>
                                      <p:cBhvr>
                                        <p:cTn id="22" dur="250" autoRev="1" fill="hold"/>
                                        <p:tgtEl>
                                          <p:spTgt spid="171"/>
                                        </p:tgtEl>
                                      </p:cBhvr>
                                      <p:by x="105000" y="105000"/>
                                    </p:animScale>
                                  </p:childTnLst>
                                </p:cTn>
                              </p:par>
                              <p:par>
                                <p:cTn id="23" presetID="22" presetClass="entr" presetSubtype="8" fill="hold" grpId="0" nodeType="withEffect">
                                  <p:stCondLst>
                                    <p:cond delay="0"/>
                                  </p:stCondLst>
                                  <p:childTnLst>
                                    <p:set>
                                      <p:cBhvr>
                                        <p:cTn id="24" dur="1" fill="hold">
                                          <p:stCondLst>
                                            <p:cond delay="0"/>
                                          </p:stCondLst>
                                        </p:cTn>
                                        <p:tgtEl>
                                          <p:spTgt spid="175"/>
                                        </p:tgtEl>
                                        <p:attrNameLst>
                                          <p:attrName>style.visibility</p:attrName>
                                        </p:attrNameLst>
                                      </p:cBhvr>
                                      <p:to>
                                        <p:strVal val="visible"/>
                                      </p:to>
                                    </p:set>
                                    <p:animEffect transition="in" filter="wipe(left)">
                                      <p:cBhvr>
                                        <p:cTn id="25" dur="500"/>
                                        <p:tgtEl>
                                          <p:spTgt spid="175"/>
                                        </p:tgtEl>
                                      </p:cBhvr>
                                    </p:animEffect>
                                  </p:childTnLst>
                                </p:cTn>
                              </p:par>
                              <p:par>
                                <p:cTn id="26" presetID="26" presetClass="emph" presetSubtype="0" fill="hold" grpId="0" nodeType="withEffect">
                                  <p:stCondLst>
                                    <p:cond delay="0"/>
                                  </p:stCondLst>
                                  <p:childTnLst>
                                    <p:animEffect transition="out" filter="fade">
                                      <p:cBhvr>
                                        <p:cTn id="27" dur="500" tmFilter="0, 0; .2, .5; .8, .5; 1, 0"/>
                                        <p:tgtEl>
                                          <p:spTgt spid="173"/>
                                        </p:tgtEl>
                                      </p:cBhvr>
                                    </p:animEffect>
                                    <p:animScale>
                                      <p:cBhvr>
                                        <p:cTn id="28" dur="250" autoRev="1" fill="hold"/>
                                        <p:tgtEl>
                                          <p:spTgt spid="173"/>
                                        </p:tgtEl>
                                      </p:cBhvr>
                                      <p:by x="105000" y="105000"/>
                                    </p:animScale>
                                  </p:childTnLst>
                                </p:cTn>
                              </p:par>
                              <p:par>
                                <p:cTn id="29" presetID="26" presetClass="emph" presetSubtype="0" fill="hold" grpId="0" nodeType="withEffect">
                                  <p:stCondLst>
                                    <p:cond delay="0"/>
                                  </p:stCondLst>
                                  <p:childTnLst>
                                    <p:animEffect transition="out" filter="fade">
                                      <p:cBhvr>
                                        <p:cTn id="30" dur="500" tmFilter="0, 0; .2, .5; .8, .5; 1, 0"/>
                                        <p:tgtEl>
                                          <p:spTgt spid="180"/>
                                        </p:tgtEl>
                                      </p:cBhvr>
                                    </p:animEffect>
                                    <p:animScale>
                                      <p:cBhvr>
                                        <p:cTn id="31" dur="250" autoRev="1" fill="hold"/>
                                        <p:tgtEl>
                                          <p:spTgt spid="180"/>
                                        </p:tgtEl>
                                      </p:cBhvr>
                                      <p:by x="105000" y="105000"/>
                                    </p:animScale>
                                  </p:childTnLst>
                                </p:cTn>
                              </p:par>
                              <p:par>
                                <p:cTn id="32" presetID="26" presetClass="emph" presetSubtype="0" fill="hold" grpId="0" nodeType="withEffect">
                                  <p:stCondLst>
                                    <p:cond delay="0"/>
                                  </p:stCondLst>
                                  <p:childTnLst>
                                    <p:animEffect transition="out" filter="fade">
                                      <p:cBhvr>
                                        <p:cTn id="33" dur="500" tmFilter="0, 0; .2, .5; .8, .5; 1, 0"/>
                                        <p:tgtEl>
                                          <p:spTgt spid="182"/>
                                        </p:tgtEl>
                                      </p:cBhvr>
                                    </p:animEffect>
                                    <p:animScale>
                                      <p:cBhvr>
                                        <p:cTn id="34" dur="250" autoRev="1" fill="hold"/>
                                        <p:tgtEl>
                                          <p:spTgt spid="182"/>
                                        </p:tgtEl>
                                      </p:cBhvr>
                                      <p:by x="105000" y="105000"/>
                                    </p:animScale>
                                  </p:childTnLst>
                                </p:cTn>
                              </p:par>
                              <p:par>
                                <p:cTn id="35" presetID="26" presetClass="emph" presetSubtype="0" fill="hold" grpId="0" nodeType="withEffect">
                                  <p:stCondLst>
                                    <p:cond delay="0"/>
                                  </p:stCondLst>
                                  <p:childTnLst>
                                    <p:animEffect transition="out" filter="fade">
                                      <p:cBhvr>
                                        <p:cTn id="36" dur="500" tmFilter="0, 0; .2, .5; .8, .5; 1, 0"/>
                                        <p:tgtEl>
                                          <p:spTgt spid="184"/>
                                        </p:tgtEl>
                                      </p:cBhvr>
                                    </p:animEffect>
                                    <p:animScale>
                                      <p:cBhvr>
                                        <p:cTn id="37" dur="250" autoRev="1" fill="hold"/>
                                        <p:tgtEl>
                                          <p:spTgt spid="184"/>
                                        </p:tgtEl>
                                      </p:cBhvr>
                                      <p:by x="105000" y="105000"/>
                                    </p:animScale>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fade">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86"/>
                                        </p:tgtEl>
                                        <p:attrNameLst>
                                          <p:attrName>style.visibility</p:attrName>
                                        </p:attrNameLst>
                                      </p:cBhvr>
                                      <p:to>
                                        <p:strVal val="visible"/>
                                      </p:to>
                                    </p:set>
                                    <p:animEffect transition="in" filter="fade">
                                      <p:cBhvr>
                                        <p:cTn id="47" dur="500"/>
                                        <p:tgtEl>
                                          <p:spTgt spid="18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87"/>
                                        </p:tgtEl>
                                        <p:attrNameLst>
                                          <p:attrName>style.visibility</p:attrName>
                                        </p:attrNameLst>
                                      </p:cBhvr>
                                      <p:to>
                                        <p:strVal val="visible"/>
                                      </p:to>
                                    </p:set>
                                    <p:animEffect transition="in" filter="fade">
                                      <p:cBhvr>
                                        <p:cTn id="50" dur="500"/>
                                        <p:tgtEl>
                                          <p:spTgt spid="187"/>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140" grpId="0" animBg="1"/>
      <p:bldP spid="148" grpId="0" animBg="1"/>
      <p:bldP spid="167" grpId="0" animBg="1"/>
      <p:bldP spid="169" grpId="0" animBg="1"/>
      <p:bldP spid="171" grpId="0" animBg="1"/>
      <p:bldP spid="173" grpId="0" animBg="1"/>
      <p:bldP spid="175" grpId="0" animBg="1"/>
      <p:bldP spid="180" grpId="0" animBg="1"/>
      <p:bldP spid="182" grpId="0" animBg="1"/>
      <p:bldP spid="184" grpId="0" animBg="1"/>
      <p:bldP spid="186" grpId="0"/>
      <p:bldP spid="18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7" name="Rounded Rectangle 166"/>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6139" y="3575792"/>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88"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6" name="Group 5"/>
          <p:cNvGrpSpPr/>
          <p:nvPr/>
        </p:nvGrpSpPr>
        <p:grpSpPr>
          <a:xfrm>
            <a:off x="824322" y="4140843"/>
            <a:ext cx="5322615" cy="1905987"/>
            <a:chOff x="824322" y="4140843"/>
            <a:chExt cx="5322615" cy="1905987"/>
          </a:xfrm>
        </p:grpSpPr>
        <p:sp>
          <p:nvSpPr>
            <p:cNvPr id="59" name="Rounded Rectangle 58"/>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0" name="Rectangle 59"/>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 name="Group 1"/>
            <p:cNvGrpSpPr/>
            <p:nvPr/>
          </p:nvGrpSpPr>
          <p:grpSpPr>
            <a:xfrm>
              <a:off x="1012542" y="5181600"/>
              <a:ext cx="357470" cy="817026"/>
              <a:chOff x="1651307" y="5140820"/>
              <a:chExt cx="357470" cy="817026"/>
            </a:xfrm>
          </p:grpSpPr>
          <p:sp>
            <p:nvSpPr>
              <p:cNvPr id="62"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63" name="Up Arrow 62"/>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4" name="Rounded Rectangle 6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77804" y="518902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0169" y="518902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
        <p:nvSpPr>
          <p:cNvPr id="84" name="Text Box 33"/>
          <p:cNvSpPr txBox="1">
            <a:spLocks noChangeArrowheads="1"/>
          </p:cNvSpPr>
          <p:nvPr/>
        </p:nvSpPr>
        <p:spPr bwMode="gray">
          <a:xfrm>
            <a:off x="725611" y="1389103"/>
            <a:ext cx="5421326"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Tree>
    <p:extLst>
      <p:ext uri="{BB962C8B-B14F-4D97-AF65-F5344CB8AC3E}">
        <p14:creationId xmlns:p14="http://schemas.microsoft.com/office/powerpoint/2010/main" val="28625897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40"/>
                                        </p:tgtEl>
                                      </p:cBhvr>
                                    </p:animEffect>
                                    <p:animScale>
                                      <p:cBhvr>
                                        <p:cTn id="7" dur="250" autoRev="1" fill="hold"/>
                                        <p:tgtEl>
                                          <p:spTgt spid="140"/>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73"/>
                                        </p:tgtEl>
                                      </p:cBhvr>
                                    </p:animEffect>
                                    <p:animScale>
                                      <p:cBhvr>
                                        <p:cTn id="10" dur="250" autoRev="1" fill="hold"/>
                                        <p:tgtEl>
                                          <p:spTgt spid="173"/>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 grpId="0" animBg="1"/>
      <p:bldP spid="173"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140" name="Rounded Rectangle 139"/>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41" name="Rectangle 140"/>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48" name="Rectangle 147"/>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6"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57" name="Up Arrow 156"/>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67" name="Rounded Rectangle 166"/>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9" name="Rounded Rectangle 168"/>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71" name="Rounded Rectangle 170"/>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3" name="Rounded Rectangle 172"/>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74" name="Rectangle 173"/>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5" name="Rectangle 174"/>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0" name="Rounded Rectangle 179"/>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81" name="Rectangle 180"/>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82" name="Rounded Rectangle 181"/>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83" name="Rectangle 182"/>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84" name="Rounded Rectangle 183"/>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85" name="Rectangle 184"/>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86" name="Text Box 5"/>
          <p:cNvSpPr txBox="1">
            <a:spLocks noChangeArrowheads="1"/>
          </p:cNvSpPr>
          <p:nvPr/>
        </p:nvSpPr>
        <p:spPr bwMode="gray">
          <a:xfrm>
            <a:off x="2616139" y="3575792"/>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7" name="Up Arrow 186"/>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88"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9" name="Up Arrow 188"/>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59" name="Rounded Rectangle 58"/>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0" name="Rectangle 59"/>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77804" y="518902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0169" y="518902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12542" y="518160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63" name="Text Box 33"/>
          <p:cNvSpPr txBox="1">
            <a:spLocks noChangeArrowheads="1"/>
          </p:cNvSpPr>
          <p:nvPr/>
        </p:nvSpPr>
        <p:spPr bwMode="gray">
          <a:xfrm>
            <a:off x="725611" y="1389103"/>
            <a:ext cx="5217274"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1: </a:t>
            </a:r>
            <a:r>
              <a:rPr lang="en-US" altLang="en-US" sz="2000" dirty="0">
                <a:solidFill>
                  <a:schemeClr val="tx1"/>
                </a:solidFill>
                <a:latin typeface="Arial" charset="0"/>
              </a:rPr>
              <a:t>1st element of 1st half is smaller</a:t>
            </a:r>
          </a:p>
        </p:txBody>
      </p:sp>
    </p:spTree>
    <p:extLst>
      <p:ext uri="{BB962C8B-B14F-4D97-AF65-F5344CB8AC3E}">
        <p14:creationId xmlns:p14="http://schemas.microsoft.com/office/powerpoint/2010/main" val="606133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decel="50000" fill="hold" nodeType="withEffect">
                                  <p:stCondLst>
                                    <p:cond delay="0"/>
                                  </p:stCondLst>
                                  <p:childTnLst>
                                    <p:animMotion origin="layout" path="M -8.43219E-7 3.7037E-6 L 0.06316 3.7037E-6 " pathEditMode="relative" rAng="0" ptsTypes="AA">
                                      <p:cBhvr>
                                        <p:cTn id="6" dur="2000" fill="hold"/>
                                        <p:tgtEl>
                                          <p:spTgt spid="6"/>
                                        </p:tgtEl>
                                        <p:attrNameLst>
                                          <p:attrName>ppt_x</p:attrName>
                                          <p:attrName>ppt_y</p:attrName>
                                        </p:attrNameLst>
                                      </p:cBhvr>
                                      <p:rCtr x="3158"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563105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944338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9"/>
                                        </p:tgtEl>
                                      </p:cBhvr>
                                    </p:animEffect>
                                    <p:animScale>
                                      <p:cBhvr>
                                        <p:cTn id="12" dur="250" autoRev="1" fill="hold"/>
                                        <p:tgtEl>
                                          <p:spTgt spid="59"/>
                                        </p:tgtEl>
                                      </p:cBhvr>
                                      <p:by x="105000" y="105000"/>
                                    </p:animScale>
                                  </p:childTnLst>
                                </p:cTn>
                              </p:par>
                              <p:par>
                                <p:cTn id="13" presetID="26" presetClass="emph" presetSubtype="0" fill="hold" nodeType="withEffect">
                                  <p:stCondLst>
                                    <p:cond delay="0"/>
                                  </p:stCondLst>
                                  <p:childTnLst>
                                    <p:animEffect transition="out" filter="fade">
                                      <p:cBhvr>
                                        <p:cTn id="14" dur="500" tmFilter="0, 0; .2, .5; .8, .5; 1, 0"/>
                                        <p:tgtEl>
                                          <p:spTgt spid="6"/>
                                        </p:tgtEl>
                                      </p:cBhvr>
                                    </p:animEffect>
                                    <p:animScale>
                                      <p:cBhvr>
                                        <p:cTn id="15" dur="250" autoRev="1" fill="hold"/>
                                        <p:tgtEl>
                                          <p:spTgt spid="6"/>
                                        </p:tgtEl>
                                      </p:cBhvr>
                                      <p:by x="105000" y="105000"/>
                                    </p:animScale>
                                  </p:childTnLst>
                                </p:cTn>
                              </p:par>
                              <p:par>
                                <p:cTn id="16" presetID="26" presetClass="emph" presetSubtype="0" fill="hold" grpId="0" nodeType="withEffect">
                                  <p:stCondLst>
                                    <p:cond delay="0"/>
                                  </p:stCondLst>
                                  <p:childTnLst>
                                    <p:animEffect transition="out" filter="fade">
                                      <p:cBhvr>
                                        <p:cTn id="17" dur="500" tmFilter="0, 0; .2, .5; .8, .5; 1, 0"/>
                                        <p:tgtEl>
                                          <p:spTgt spid="70"/>
                                        </p:tgtEl>
                                      </p:cBhvr>
                                    </p:animEffect>
                                    <p:animScale>
                                      <p:cBhvr>
                                        <p:cTn id="18" dur="250" autoRev="1" fill="hold"/>
                                        <p:tgtEl>
                                          <p:spTgt spid="70"/>
                                        </p:tgtEl>
                                      </p:cBhvr>
                                      <p:by x="105000" y="105000"/>
                                    </p:animScale>
                                  </p:childTnLst>
                                </p:cTn>
                              </p:par>
                              <p:par>
                                <p:cTn id="19" presetID="26" presetClass="emph" presetSubtype="0" fill="hold" nodeType="withEffect">
                                  <p:stCondLst>
                                    <p:cond delay="0"/>
                                  </p:stCondLst>
                                  <p:childTnLst>
                                    <p:animEffect transition="out" filter="fade">
                                      <p:cBhvr>
                                        <p:cTn id="20" dur="500" tmFilter="0, 0; .2, .5; .8, .5; 1, 0"/>
                                        <p:tgtEl>
                                          <p:spTgt spid="5"/>
                                        </p:tgtEl>
                                      </p:cBhvr>
                                    </p:animEffect>
                                    <p:animScale>
                                      <p:cBhvr>
                                        <p:cTn id="21" dur="250" autoRev="1" fill="hold"/>
                                        <p:tgtEl>
                                          <p:spTgt spid="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59" grpId="0" animBg="1"/>
      <p:bldP spid="7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39127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3450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5" name="Rectangle 34"/>
          <p:cNvSpPr/>
          <p:nvPr/>
        </p:nvSpPr>
        <p:spPr>
          <a:xfrm>
            <a:off x="7694612" y="28956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a:endCxn id="34" idx="1"/>
          </p:cNvCxnSpPr>
          <p:nvPr/>
        </p:nvCxnSpPr>
        <p:spPr>
          <a:xfrm rot="16200000" flipH="1">
            <a:off x="5716161" y="1322170"/>
            <a:ext cx="515124"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grpSp>
        <p:nvGrpSpPr>
          <p:cNvPr id="10" name="Group 9"/>
          <p:cNvGrpSpPr/>
          <p:nvPr/>
        </p:nvGrpSpPr>
        <p:grpSpPr>
          <a:xfrm>
            <a:off x="828597" y="4266213"/>
            <a:ext cx="5322615" cy="983304"/>
            <a:chOff x="828597" y="4189933"/>
            <a:chExt cx="5322615" cy="983304"/>
          </a:xfrm>
        </p:grpSpPr>
        <p:sp>
          <p:nvSpPr>
            <p:cNvPr id="40" name="Rounded Rectangle 39"/>
            <p:cNvSpPr/>
            <p:nvPr/>
          </p:nvSpPr>
          <p:spPr>
            <a:xfrm>
              <a:off x="1008140"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4" name="Rectangle 43"/>
            <p:cNvSpPr/>
            <p:nvPr/>
          </p:nvSpPr>
          <p:spPr>
            <a:xfrm>
              <a:off x="1785575"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sp>
        <p:nvSpPr>
          <p:cNvPr id="2" name="Rectangle 1"/>
          <p:cNvSpPr/>
          <p:nvPr/>
        </p:nvSpPr>
        <p:spPr>
          <a:xfrm>
            <a:off x="836612" y="2222410"/>
            <a:ext cx="2566802" cy="969707"/>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1022090" y="46479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cxnSp>
        <p:nvCxnSpPr>
          <p:cNvPr id="95" name="Curved Connector 94"/>
          <p:cNvCxnSpPr>
            <a:stCxn id="34" idx="1"/>
            <a:endCxn id="40" idx="0"/>
          </p:cNvCxnSpPr>
          <p:nvPr/>
        </p:nvCxnSpPr>
        <p:spPr>
          <a:xfrm rot="10800000" flipV="1">
            <a:off x="1247540" y="3584425"/>
            <a:ext cx="6730876" cy="10634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grpSp>
        <p:nvGrpSpPr>
          <p:cNvPr id="96" name="Group 95"/>
          <p:cNvGrpSpPr/>
          <p:nvPr/>
        </p:nvGrpSpPr>
        <p:grpSpPr>
          <a:xfrm>
            <a:off x="2589212" y="5314394"/>
            <a:ext cx="732573" cy="857806"/>
            <a:chOff x="2577804" y="5189024"/>
            <a:chExt cx="732573" cy="857806"/>
          </a:xfrm>
        </p:grpSpPr>
        <p:sp>
          <p:nvSpPr>
            <p:cNvPr id="9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98" name="Up Arrow 9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9" name="Group 98"/>
          <p:cNvGrpSpPr/>
          <p:nvPr/>
        </p:nvGrpSpPr>
        <p:grpSpPr>
          <a:xfrm>
            <a:off x="3732212" y="5314394"/>
            <a:ext cx="373500" cy="817026"/>
            <a:chOff x="3730169" y="5189024"/>
            <a:chExt cx="373500" cy="817026"/>
          </a:xfrm>
        </p:grpSpPr>
        <p:sp>
          <p:nvSpPr>
            <p:cNvPr id="100"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01" name="Up Arrow 100"/>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2" name="Group 101"/>
          <p:cNvGrpSpPr/>
          <p:nvPr/>
        </p:nvGrpSpPr>
        <p:grpSpPr>
          <a:xfrm>
            <a:off x="1057197" y="5306970"/>
            <a:ext cx="357470" cy="817026"/>
            <a:chOff x="1012542" y="5181600"/>
            <a:chExt cx="357470" cy="817026"/>
          </a:xfrm>
        </p:grpSpPr>
        <p:sp>
          <p:nvSpPr>
            <p:cNvPr id="103"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04" name="Up Arrow 103"/>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3639837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fade">
                                      <p:cBhvr>
                                        <p:cTn id="11" dur="500"/>
                                        <p:tgtEl>
                                          <p:spTgt spid="3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500"/>
                            </p:stCondLst>
                            <p:childTnLst>
                              <p:par>
                                <p:cTn id="21" presetID="10" presetClass="entr" presetSubtype="0" fill="hold" grpId="0"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childTnLst>
                          </p:cTn>
                        </p:par>
                        <p:par>
                          <p:cTn id="24" fill="hold">
                            <p:stCondLst>
                              <p:cond delay="1000"/>
                            </p:stCondLst>
                            <p:childTnLst>
                              <p:par>
                                <p:cTn id="25" presetID="42" presetClass="path" presetSubtype="0" accel="50000" decel="50000" fill="hold" grpId="1" nodeType="afterEffect">
                                  <p:stCondLst>
                                    <p:cond delay="0"/>
                                  </p:stCondLst>
                                  <p:childTnLst>
                                    <p:animMotion origin="layout" path="M -9.0093E-7 4.07407E-6 L 0.08048 0.30532 " pathEditMode="relative" rAng="0" ptsTypes="AA">
                                      <p:cBhvr>
                                        <p:cTn id="26" dur="2000" fill="hold"/>
                                        <p:tgtEl>
                                          <p:spTgt spid="2"/>
                                        </p:tgtEl>
                                        <p:attrNameLst>
                                          <p:attrName>ppt_x</p:attrName>
                                          <p:attrName>ppt_y</p:attrName>
                                        </p:attrNameLst>
                                      </p:cBhvr>
                                      <p:rCtr x="4024" y="15255"/>
                                    </p:animMotion>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95"/>
                                        </p:tgtEl>
                                        <p:attrNameLst>
                                          <p:attrName>style.visibility</p:attrName>
                                        </p:attrNameLst>
                                      </p:cBhvr>
                                      <p:to>
                                        <p:strVal val="visible"/>
                                      </p:to>
                                    </p:set>
                                    <p:animEffect transition="in" filter="wipe(right)">
                                      <p:cBhvr>
                                        <p:cTn id="31" dur="500"/>
                                        <p:tgtEl>
                                          <p:spTgt spid="95"/>
                                        </p:tgtEl>
                                      </p:cBhvr>
                                    </p:animEffect>
                                  </p:childTnLst>
                                </p:cTn>
                              </p:par>
                            </p:childTnLst>
                          </p:cTn>
                        </p:par>
                        <p:par>
                          <p:cTn id="32" fill="hold">
                            <p:stCondLst>
                              <p:cond delay="500"/>
                            </p:stCondLst>
                            <p:childTnLst>
                              <p:par>
                                <p:cTn id="33" presetID="1" presetClass="entr" presetSubtype="0" fill="hold" grpId="0" nodeType="afterEffect">
                                  <p:stCondLst>
                                    <p:cond delay="0"/>
                                  </p:stCondLst>
                                  <p:childTnLst>
                                    <p:set>
                                      <p:cBhvr>
                                        <p:cTn id="34" dur="1" fill="hold">
                                          <p:stCondLst>
                                            <p:cond delay="0"/>
                                          </p:stCondLst>
                                        </p:cTn>
                                        <p:tgtEl>
                                          <p:spTgt spid="9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99"/>
                                        </p:tgtEl>
                                        <p:attrNameLst>
                                          <p:attrName>style.visibility</p:attrName>
                                        </p:attrNameLst>
                                      </p:cBhvr>
                                      <p:to>
                                        <p:strVal val="visible"/>
                                      </p:to>
                                    </p:set>
                                    <p:animEffect transition="in" filter="fade">
                                      <p:cBhvr>
                                        <p:cTn id="39" dur="500"/>
                                        <p:tgtEl>
                                          <p:spTgt spid="99"/>
                                        </p:tgtEl>
                                      </p:cBhvr>
                                    </p:animEffect>
                                  </p:childTnLst>
                                </p:cTn>
                              </p:par>
                              <p:par>
                                <p:cTn id="40" presetID="10" presetClass="entr" presetSubtype="0" fill="hold" nodeType="withEffect">
                                  <p:stCondLst>
                                    <p:cond delay="0"/>
                                  </p:stCondLst>
                                  <p:childTnLst>
                                    <p:set>
                                      <p:cBhvr>
                                        <p:cTn id="41" dur="1" fill="hold">
                                          <p:stCondLst>
                                            <p:cond delay="0"/>
                                          </p:stCondLst>
                                        </p:cTn>
                                        <p:tgtEl>
                                          <p:spTgt spid="102"/>
                                        </p:tgtEl>
                                        <p:attrNameLst>
                                          <p:attrName>style.visibility</p:attrName>
                                        </p:attrNameLst>
                                      </p:cBhvr>
                                      <p:to>
                                        <p:strVal val="visible"/>
                                      </p:to>
                                    </p:set>
                                    <p:animEffect transition="in" filter="fade">
                                      <p:cBhvr>
                                        <p:cTn id="42" dur="500"/>
                                        <p:tgtEl>
                                          <p:spTgt spid="102"/>
                                        </p:tgtEl>
                                      </p:cBhvr>
                                    </p:animEffect>
                                  </p:childTnLst>
                                </p:cTn>
                              </p:par>
                              <p:par>
                                <p:cTn id="43" presetID="10"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animEffect transition="in" filter="fade">
                                      <p:cBhvr>
                                        <p:cTn id="45"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2" grpId="0" animBg="1"/>
      <p:bldP spid="2" grpId="1" animBg="1"/>
      <p:bldP spid="94"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1" y="1389103"/>
            <a:ext cx="5391278"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2: </a:t>
            </a:r>
            <a:r>
              <a:rPr lang="en-US" altLang="en-US" sz="2000" dirty="0">
                <a:solidFill>
                  <a:schemeClr val="tx1"/>
                </a:solidFill>
                <a:latin typeface="Arial" charset="0"/>
              </a:rPr>
              <a:t>1st element of 2nd half is smaller</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3450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5" name="Rectangle 34"/>
          <p:cNvSpPr/>
          <p:nvPr/>
        </p:nvSpPr>
        <p:spPr>
          <a:xfrm>
            <a:off x="7694612" y="28956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a:endCxn id="34" idx="1"/>
          </p:cNvCxnSpPr>
          <p:nvPr/>
        </p:nvCxnSpPr>
        <p:spPr>
          <a:xfrm rot="16200000" flipH="1">
            <a:off x="5716161" y="1322170"/>
            <a:ext cx="515124"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sp>
        <p:nvSpPr>
          <p:cNvPr id="40" name="Rounded Rectangle 39"/>
          <p:cNvSpPr/>
          <p:nvPr/>
        </p:nvSpPr>
        <p:spPr>
          <a:xfrm>
            <a:off x="1008140"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3041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4" name="Rectangle 43"/>
          <p:cNvSpPr/>
          <p:nvPr/>
        </p:nvSpPr>
        <p:spPr>
          <a:xfrm>
            <a:off x="1785575"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6343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2662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3041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6479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2798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6343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2662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85" name="Group 84"/>
          <p:cNvGrpSpPr/>
          <p:nvPr/>
        </p:nvGrpSpPr>
        <p:grpSpPr>
          <a:xfrm>
            <a:off x="2589212" y="5314394"/>
            <a:ext cx="732573" cy="857806"/>
            <a:chOff x="2577804" y="5189024"/>
            <a:chExt cx="732573" cy="857806"/>
          </a:xfrm>
        </p:grpSpPr>
        <p:sp>
          <p:nvSpPr>
            <p:cNvPr id="86"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7" name="Up Arrow 86"/>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8" name="Group 87"/>
          <p:cNvGrpSpPr/>
          <p:nvPr/>
        </p:nvGrpSpPr>
        <p:grpSpPr>
          <a:xfrm>
            <a:off x="3732212" y="5314394"/>
            <a:ext cx="373500" cy="817026"/>
            <a:chOff x="3730169" y="5189024"/>
            <a:chExt cx="373500" cy="817026"/>
          </a:xfrm>
        </p:grpSpPr>
        <p:sp>
          <p:nvSpPr>
            <p:cNvPr id="89"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90" name="Up Arrow 89"/>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1" name="Group 90"/>
          <p:cNvGrpSpPr/>
          <p:nvPr/>
        </p:nvGrpSpPr>
        <p:grpSpPr>
          <a:xfrm>
            <a:off x="1057197" y="5306970"/>
            <a:ext cx="357470" cy="817026"/>
            <a:chOff x="1012542" y="5181600"/>
            <a:chExt cx="357470" cy="817026"/>
          </a:xfrm>
        </p:grpSpPr>
        <p:sp>
          <p:nvSpPr>
            <p:cNvPr id="92"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93" name="Up Arrow 9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2" name="Rectangle 1"/>
          <p:cNvSpPr/>
          <p:nvPr/>
        </p:nvSpPr>
        <p:spPr>
          <a:xfrm>
            <a:off x="1598612" y="4301459"/>
            <a:ext cx="2566802" cy="969707"/>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1022090" y="46479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cxnSp>
        <p:nvCxnSpPr>
          <p:cNvPr id="95" name="Curved Connector 94"/>
          <p:cNvCxnSpPr>
            <a:stCxn id="34" idx="1"/>
            <a:endCxn id="40" idx="0"/>
          </p:cNvCxnSpPr>
          <p:nvPr/>
        </p:nvCxnSpPr>
        <p:spPr>
          <a:xfrm rot="10800000" flipV="1">
            <a:off x="1247540" y="3584425"/>
            <a:ext cx="6730876" cy="10634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426705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3" presetClass="path" presetSubtype="0" accel="50000" decel="50000" fill="hold" nodeType="clickEffect">
                                  <p:stCondLst>
                                    <p:cond delay="0"/>
                                  </p:stCondLst>
                                  <p:childTnLst>
                                    <p:animMotion origin="layout" path="M 5.38634E-7 -3.33333E-6 L 0.05643 -3.33333E-6 " pathEditMode="relative" rAng="0" ptsTypes="AA">
                                      <p:cBhvr>
                                        <p:cTn id="6" dur="2000" fill="hold"/>
                                        <p:tgtEl>
                                          <p:spTgt spid="91"/>
                                        </p:tgtEl>
                                        <p:attrNameLst>
                                          <p:attrName>ppt_x</p:attrName>
                                          <p:attrName>ppt_y</p:attrName>
                                        </p:attrNameLst>
                                      </p:cBhvr>
                                      <p:rCtr x="2821" y="0"/>
                                    </p:animMotion>
                                  </p:childTnLst>
                                </p:cTn>
                              </p:par>
                              <p:par>
                                <p:cTn id="7" presetID="63" presetClass="path" presetSubtype="0" accel="50000" decel="50000" fill="hold" nodeType="withEffect">
                                  <p:stCondLst>
                                    <p:cond delay="0"/>
                                  </p:stCondLst>
                                  <p:childTnLst>
                                    <p:animMotion origin="layout" path="M 3.71914E-7 -7.40741E-7 L 0.05627 -7.40741E-7 " pathEditMode="relative" rAng="0" ptsTypes="AA">
                                      <p:cBhvr>
                                        <p:cTn id="8" dur="2000" fill="hold"/>
                                        <p:tgtEl>
                                          <p:spTgt spid="88"/>
                                        </p:tgtEl>
                                        <p:attrNameLst>
                                          <p:attrName>ppt_x</p:attrName>
                                          <p:attrName>ppt_y</p:attrName>
                                        </p:attrNameLst>
                                      </p:cBhvr>
                                      <p:rCtr x="2805" y="0"/>
                                    </p:animMotion>
                                  </p:childTnLst>
                                </p:cTn>
                              </p:par>
                              <p:par>
                                <p:cTn id="9" presetID="63" presetClass="path" presetSubtype="0" accel="50000" decel="50000" fill="hold" nodeType="withEffect">
                                  <p:stCondLst>
                                    <p:cond delay="0"/>
                                  </p:stCondLst>
                                  <p:childTnLst>
                                    <p:animMotion origin="layout" path="M -2.79897E-6 0 L 0.10244 0 " pathEditMode="relative" rAng="0" ptsTypes="AA">
                                      <p:cBhvr>
                                        <p:cTn id="10" dur="2000" fill="hold"/>
                                        <p:tgtEl>
                                          <p:spTgt spid="85"/>
                                        </p:tgtEl>
                                        <p:attrNameLst>
                                          <p:attrName>ppt_x</p:attrName>
                                          <p:attrName>ppt_y</p:attrName>
                                        </p:attrNameLst>
                                      </p:cBhvr>
                                      <p:rCtr x="5114"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89212" y="3256994"/>
            <a:ext cx="732573" cy="784379"/>
            <a:chOff x="2576922" y="5189024"/>
            <a:chExt cx="732573" cy="784379"/>
          </a:xfrm>
        </p:grpSpPr>
        <p:sp>
          <p:nvSpPr>
            <p:cNvPr id="79" name="Text Box 5"/>
            <p:cNvSpPr txBox="1">
              <a:spLocks noChangeArrowheads="1"/>
            </p:cNvSpPr>
            <p:nvPr/>
          </p:nvSpPr>
          <p:spPr bwMode="gray">
            <a:xfrm>
              <a:off x="2576922" y="5437230"/>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32212" y="3256994"/>
            <a:ext cx="373500" cy="743599"/>
            <a:chOff x="3719922" y="5189024"/>
            <a:chExt cx="373500" cy="743599"/>
          </a:xfrm>
        </p:grpSpPr>
        <p:sp>
          <p:nvSpPr>
            <p:cNvPr id="81" name="Text Box 5"/>
            <p:cNvSpPr txBox="1">
              <a:spLocks noChangeArrowheads="1"/>
            </p:cNvSpPr>
            <p:nvPr/>
          </p:nvSpPr>
          <p:spPr bwMode="gray">
            <a:xfrm>
              <a:off x="3719922" y="543723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674823"/>
            <a:chOff x="1012542" y="5181600"/>
            <a:chExt cx="357470" cy="674823"/>
          </a:xfrm>
        </p:grpSpPr>
        <p:sp>
          <p:nvSpPr>
            <p:cNvPr id="58" name="Text Box 5"/>
            <p:cNvSpPr txBox="1">
              <a:spLocks noChangeArrowheads="1"/>
            </p:cNvSpPr>
            <p:nvPr/>
          </p:nvSpPr>
          <p:spPr bwMode="gray">
            <a:xfrm>
              <a:off x="1012542" y="5361030"/>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578627"/>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35" name="Rectangle 34"/>
          <p:cNvSpPr/>
          <p:nvPr/>
        </p:nvSpPr>
        <p:spPr>
          <a:xfrm>
            <a:off x="7694612" y="3129202"/>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p:cNvCxnSpPr>
          <p:nvPr/>
        </p:nvCxnSpPr>
        <p:spPr>
          <a:xfrm rot="16200000" flipH="1">
            <a:off x="5565274" y="1473057"/>
            <a:ext cx="816899"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grpSp>
        <p:nvGrpSpPr>
          <p:cNvPr id="2" name="Group 1"/>
          <p:cNvGrpSpPr/>
          <p:nvPr/>
        </p:nvGrpSpPr>
        <p:grpSpPr>
          <a:xfrm>
            <a:off x="828597" y="4037613"/>
            <a:ext cx="5322615" cy="983304"/>
            <a:chOff x="828597" y="4037613"/>
            <a:chExt cx="5322615" cy="983304"/>
          </a:xfrm>
        </p:grpSpPr>
        <p:sp>
          <p:nvSpPr>
            <p:cNvPr id="40" name="Rounded Rectangle 39"/>
            <p:cNvSpPr/>
            <p:nvPr/>
          </p:nvSpPr>
          <p:spPr>
            <a:xfrm>
              <a:off x="1008140"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85575"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sp>
        <p:nvSpPr>
          <p:cNvPr id="9" name="Rectangle 8"/>
          <p:cNvSpPr/>
          <p:nvPr/>
        </p:nvSpPr>
        <p:spPr>
          <a:xfrm>
            <a:off x="1494955" y="2208813"/>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419031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39940"/>
                                        </p:tgtEl>
                                      </p:cBhvr>
                                    </p:animEffect>
                                    <p:animScale>
                                      <p:cBhvr>
                                        <p:cTn id="7" dur="250" autoRev="1" fill="hold"/>
                                        <p:tgtEl>
                                          <p:spTgt spid="3994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grpId="0" nodeType="clickEffect">
                                  <p:stCondLst>
                                    <p:cond delay="0"/>
                                  </p:stCondLst>
                                  <p:childTnLst>
                                    <p:animEffect transition="out" filter="fade">
                                      <p:cBhvr>
                                        <p:cTn id="11" dur="500" tmFilter="0, 0; .2, .5; .8, .5; 1, 0"/>
                                        <p:tgtEl>
                                          <p:spTgt spid="59"/>
                                        </p:tgtEl>
                                      </p:cBhvr>
                                    </p:animEffect>
                                    <p:animScale>
                                      <p:cBhvr>
                                        <p:cTn id="12" dur="250" autoRev="1" fill="hold"/>
                                        <p:tgtEl>
                                          <p:spTgt spid="59"/>
                                        </p:tgtEl>
                                      </p:cBhvr>
                                      <p:by x="105000" y="105000"/>
                                    </p:animScale>
                                  </p:childTnLst>
                                </p:cTn>
                              </p:par>
                              <p:par>
                                <p:cTn id="13" presetID="26" presetClass="emph" presetSubtype="0" fill="hold" grpId="0" nodeType="withEffect">
                                  <p:stCondLst>
                                    <p:cond delay="0"/>
                                  </p:stCondLst>
                                  <p:childTnLst>
                                    <p:animEffect transition="out" filter="fade">
                                      <p:cBhvr>
                                        <p:cTn id="14" dur="500" tmFilter="0, 0; .2, .5; .8, .5; 1, 0"/>
                                        <p:tgtEl>
                                          <p:spTgt spid="70"/>
                                        </p:tgtEl>
                                      </p:cBhvr>
                                    </p:animEffect>
                                    <p:animScale>
                                      <p:cBhvr>
                                        <p:cTn id="15" dur="250" autoRev="1" fill="hold"/>
                                        <p:tgtEl>
                                          <p:spTgt spid="70"/>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fade">
                                      <p:cBhvr>
                                        <p:cTn id="31" dur="500"/>
                                        <p:tgtEl>
                                          <p:spTgt spid="2"/>
                                        </p:tgtEl>
                                      </p:cBhvr>
                                    </p:animEffect>
                                  </p:childTnLst>
                                </p:cTn>
                              </p:par>
                            </p:childTnLst>
                          </p:cTn>
                        </p:par>
                        <p:par>
                          <p:cTn id="32" fill="hold">
                            <p:stCondLst>
                              <p:cond delay="5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par>
                          <p:cTn id="36" fill="hold">
                            <p:stCondLst>
                              <p:cond delay="1000"/>
                            </p:stCondLst>
                            <p:childTnLst>
                              <p:par>
                                <p:cTn id="37" presetID="42" presetClass="path" presetSubtype="0" accel="50000" decel="50000" fill="hold" grpId="1" nodeType="afterEffect">
                                  <p:stCondLst>
                                    <p:cond delay="0"/>
                                  </p:stCondLst>
                                  <p:childTnLst>
                                    <p:animMotion origin="layout" path="M 1.07727E-6 3.7037E-7 L 0.06957 0.26343 " pathEditMode="relative" rAng="0" ptsTypes="AA">
                                      <p:cBhvr>
                                        <p:cTn id="38" dur="2000" fill="hold"/>
                                        <p:tgtEl>
                                          <p:spTgt spid="9"/>
                                        </p:tgtEl>
                                        <p:attrNameLst>
                                          <p:attrName>ppt_x</p:attrName>
                                          <p:attrName>ppt_y</p:attrName>
                                        </p:attrNameLst>
                                      </p:cBhvr>
                                      <p:rCtr x="3479" y="1317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0" grpId="0"/>
      <p:bldP spid="59" grpId="0" animBg="1"/>
      <p:bldP spid="70" grpId="0" animBg="1"/>
      <p:bldP spid="34" grpId="0" animBg="1"/>
      <p:bldP spid="35" grpId="0"/>
      <p:bldP spid="9" grpId="0" animBg="1"/>
      <p:bldP spid="9"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67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05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24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69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88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6994"/>
            <a:ext cx="732573" cy="857806"/>
            <a:chOff x="2577804" y="5189024"/>
            <a:chExt cx="732573" cy="857806"/>
          </a:xfrm>
        </p:grpSpPr>
        <p:sp>
          <p:nvSpPr>
            <p:cNvPr id="79"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6994"/>
            <a:ext cx="373500" cy="817026"/>
            <a:chOff x="3730169" y="5189024"/>
            <a:chExt cx="373500" cy="817026"/>
          </a:xfrm>
        </p:grpSpPr>
        <p:sp>
          <p:nvSpPr>
            <p:cNvPr id="8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49570"/>
            <a:ext cx="357470" cy="817026"/>
            <a:chOff x="1012542" y="5181600"/>
            <a:chExt cx="357470" cy="817026"/>
          </a:xfrm>
        </p:grpSpPr>
        <p:sp>
          <p:nvSpPr>
            <p:cNvPr id="58"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7978416" y="3578627"/>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35" name="Rectangle 34"/>
          <p:cNvSpPr/>
          <p:nvPr/>
        </p:nvSpPr>
        <p:spPr>
          <a:xfrm>
            <a:off x="7694612" y="3129202"/>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cxnSp>
        <p:nvCxnSpPr>
          <p:cNvPr id="7" name="Curved Connector 6"/>
          <p:cNvCxnSpPr>
            <a:stCxn id="70" idx="2"/>
          </p:cNvCxnSpPr>
          <p:nvPr/>
        </p:nvCxnSpPr>
        <p:spPr>
          <a:xfrm rot="16200000" flipH="1">
            <a:off x="5565274" y="1473057"/>
            <a:ext cx="816899" cy="4009386"/>
          </a:xfrm>
          <a:prstGeom prst="curvedConnector2">
            <a:avLst/>
          </a:prstGeom>
          <a:ln>
            <a:prstDash val="dash"/>
            <a:tailEnd type="triangle"/>
          </a:ln>
        </p:spPr>
        <p:style>
          <a:lnRef idx="3">
            <a:schemeClr val="dk1"/>
          </a:lnRef>
          <a:fillRef idx="0">
            <a:schemeClr val="dk1"/>
          </a:fillRef>
          <a:effectRef idx="2">
            <a:schemeClr val="dk1"/>
          </a:effectRef>
          <a:fontRef idx="minor">
            <a:schemeClr val="tx1"/>
          </a:fontRef>
        </p:style>
      </p:cxnSp>
      <p:sp>
        <p:nvSpPr>
          <p:cNvPr id="40" name="Rounded Rectangle 39"/>
          <p:cNvSpPr/>
          <p:nvPr/>
        </p:nvSpPr>
        <p:spPr>
          <a:xfrm>
            <a:off x="1008140"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199704"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28597"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594011"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85575"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1502"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63066"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16550"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08114"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1615"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13179"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42072" y="407553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07486"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499050"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84977" y="441930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76541" y="405121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0025" y="440570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1589" y="403761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62" name="Rectangle 61"/>
          <p:cNvSpPr/>
          <p:nvPr/>
        </p:nvSpPr>
        <p:spPr>
          <a:xfrm>
            <a:off x="2132012" y="4057219"/>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787692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43"/>
                                        </p:tgtEl>
                                      </p:cBhvr>
                                    </p:animEffect>
                                    <p:animScale>
                                      <p:cBhvr>
                                        <p:cTn id="7" dur="250" autoRev="1" fill="hold"/>
                                        <p:tgtEl>
                                          <p:spTgt spid="43"/>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Text Box 33"/>
          <p:cNvSpPr txBox="1">
            <a:spLocks noChangeArrowheads="1"/>
          </p:cNvSpPr>
          <p:nvPr/>
        </p:nvSpPr>
        <p:spPr bwMode="gray">
          <a:xfrm>
            <a:off x="725610" y="1389103"/>
            <a:ext cx="6359401"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latin typeface="Arial" charset="0"/>
              </a:rPr>
              <a:t>Case 3: </a:t>
            </a:r>
            <a:r>
              <a:rPr lang="en-US" altLang="en-US" sz="2000" dirty="0">
                <a:solidFill>
                  <a:schemeClr val="tx1"/>
                </a:solidFill>
                <a:latin typeface="Arial" charset="0"/>
              </a:rPr>
              <a:t>1st element of 2nd half is equal</a:t>
            </a:r>
          </a:p>
        </p:txBody>
      </p:sp>
      <p:sp>
        <p:nvSpPr>
          <p:cNvPr id="4" name="Text Placeholder 3"/>
          <p:cNvSpPr>
            <a:spLocks noGrp="1"/>
          </p:cNvSpPr>
          <p:nvPr>
            <p:ph type="body" sz="quarter" idx="16"/>
          </p:nvPr>
        </p:nvSpPr>
        <p:spPr/>
        <p:txBody>
          <a:bodyPr/>
          <a:lstStyle/>
          <a:p>
            <a:r>
              <a:rPr lang="en-US" altLang="en-US" dirty="0">
                <a:latin typeface="Arial" panose="020B0604020202020204" pitchFamily="34" charset="0"/>
              </a:rPr>
              <a:t>Merge (Case Scenarios)</a:t>
            </a:r>
          </a:p>
        </p:txBody>
      </p:sp>
      <p:sp>
        <p:nvSpPr>
          <p:cNvPr id="59" name="Rounded Rectangle 58"/>
          <p:cNvSpPr/>
          <p:nvPr/>
        </p:nvSpPr>
        <p:spPr>
          <a:xfrm>
            <a:off x="1016155"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0" name="Rectangle 59"/>
          <p:cNvSpPr/>
          <p:nvPr/>
        </p:nvSpPr>
        <p:spPr>
          <a:xfrm>
            <a:off x="1207719"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1" name="Rectangle 60"/>
          <p:cNvSpPr/>
          <p:nvPr/>
        </p:nvSpPr>
        <p:spPr>
          <a:xfrm>
            <a:off x="836612" y="22477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4" name="Rounded Rectangle 63"/>
          <p:cNvSpPr/>
          <p:nvPr/>
        </p:nvSpPr>
        <p:spPr>
          <a:xfrm>
            <a:off x="1602026"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5" name="Rectangle 64"/>
          <p:cNvSpPr/>
          <p:nvPr/>
        </p:nvSpPr>
        <p:spPr>
          <a:xfrm>
            <a:off x="1793590"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6" name="Rounded Rectangle 65"/>
          <p:cNvSpPr/>
          <p:nvPr/>
        </p:nvSpPr>
        <p:spPr>
          <a:xfrm>
            <a:off x="2179517"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7" name="Rectangle 66"/>
          <p:cNvSpPr/>
          <p:nvPr/>
        </p:nvSpPr>
        <p:spPr>
          <a:xfrm>
            <a:off x="2371081"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8" name="Rounded Rectangle 67"/>
          <p:cNvSpPr/>
          <p:nvPr/>
        </p:nvSpPr>
        <p:spPr>
          <a:xfrm>
            <a:off x="2724565" y="25778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9" name="Rectangle 68"/>
          <p:cNvSpPr/>
          <p:nvPr/>
        </p:nvSpPr>
        <p:spPr>
          <a:xfrm>
            <a:off x="2916129" y="22098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70" name="Rounded Rectangle 69"/>
          <p:cNvSpPr/>
          <p:nvPr/>
        </p:nvSpPr>
        <p:spPr>
          <a:xfrm>
            <a:off x="3729630"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71" name="Rectangle 70"/>
          <p:cNvSpPr/>
          <p:nvPr/>
        </p:nvSpPr>
        <p:spPr>
          <a:xfrm>
            <a:off x="3921194"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72" name="Rectangle 71"/>
          <p:cNvSpPr/>
          <p:nvPr/>
        </p:nvSpPr>
        <p:spPr>
          <a:xfrm>
            <a:off x="3550087" y="22477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3" name="Rounded Rectangle 72"/>
          <p:cNvSpPr/>
          <p:nvPr/>
        </p:nvSpPr>
        <p:spPr>
          <a:xfrm>
            <a:off x="4315501"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4" name="Rectangle 73"/>
          <p:cNvSpPr/>
          <p:nvPr/>
        </p:nvSpPr>
        <p:spPr>
          <a:xfrm>
            <a:off x="4507065"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5" name="Rounded Rectangle 74"/>
          <p:cNvSpPr/>
          <p:nvPr/>
        </p:nvSpPr>
        <p:spPr>
          <a:xfrm>
            <a:off x="4892992" y="25914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6" name="Rectangle 75"/>
          <p:cNvSpPr/>
          <p:nvPr/>
        </p:nvSpPr>
        <p:spPr>
          <a:xfrm>
            <a:off x="5084556" y="22233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7" name="Rounded Rectangle 76"/>
          <p:cNvSpPr/>
          <p:nvPr/>
        </p:nvSpPr>
        <p:spPr>
          <a:xfrm>
            <a:off x="5438040" y="25778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8" name="Rectangle 77"/>
          <p:cNvSpPr/>
          <p:nvPr/>
        </p:nvSpPr>
        <p:spPr>
          <a:xfrm>
            <a:off x="5629604" y="22098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3" name="Group 2"/>
          <p:cNvGrpSpPr/>
          <p:nvPr/>
        </p:nvGrpSpPr>
        <p:grpSpPr>
          <a:xfrm>
            <a:off x="2590094" y="3257981"/>
            <a:ext cx="732573" cy="781606"/>
            <a:chOff x="2577804" y="5189024"/>
            <a:chExt cx="732573" cy="781606"/>
          </a:xfrm>
        </p:grpSpPr>
        <p:sp>
          <p:nvSpPr>
            <p:cNvPr id="79" name="Text Box 5"/>
            <p:cNvSpPr txBox="1">
              <a:spLocks noChangeArrowheads="1"/>
            </p:cNvSpPr>
            <p:nvPr/>
          </p:nvSpPr>
          <p:spPr bwMode="gray">
            <a:xfrm>
              <a:off x="2577804" y="54344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0" name="Up Arrow 79"/>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 name="Group 4"/>
          <p:cNvGrpSpPr/>
          <p:nvPr/>
        </p:nvGrpSpPr>
        <p:grpSpPr>
          <a:xfrm>
            <a:off x="3742459" y="3257981"/>
            <a:ext cx="373500" cy="743599"/>
            <a:chOff x="3730169" y="5189024"/>
            <a:chExt cx="373500" cy="743599"/>
          </a:xfrm>
        </p:grpSpPr>
        <p:sp>
          <p:nvSpPr>
            <p:cNvPr id="81" name="Text Box 5"/>
            <p:cNvSpPr txBox="1">
              <a:spLocks noChangeArrowheads="1"/>
            </p:cNvSpPr>
            <p:nvPr/>
          </p:nvSpPr>
          <p:spPr bwMode="gray">
            <a:xfrm>
              <a:off x="3730169" y="5437230"/>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82" name="Up Arrow 8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6" name="Group 5"/>
          <p:cNvGrpSpPr/>
          <p:nvPr/>
        </p:nvGrpSpPr>
        <p:grpSpPr>
          <a:xfrm>
            <a:off x="1065212" y="3250557"/>
            <a:ext cx="357470" cy="712830"/>
            <a:chOff x="1012542" y="5181600"/>
            <a:chExt cx="357470" cy="712830"/>
          </a:xfrm>
        </p:grpSpPr>
        <p:sp>
          <p:nvSpPr>
            <p:cNvPr id="58" name="Text Box 5"/>
            <p:cNvSpPr txBox="1">
              <a:spLocks noChangeArrowheads="1"/>
            </p:cNvSpPr>
            <p:nvPr/>
          </p:nvSpPr>
          <p:spPr bwMode="gray">
            <a:xfrm>
              <a:off x="1012542" y="5399037"/>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3" name="Up Arrow 82"/>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20" name="Group 19"/>
          <p:cNvGrpSpPr/>
          <p:nvPr/>
        </p:nvGrpSpPr>
        <p:grpSpPr>
          <a:xfrm>
            <a:off x="836612" y="4037613"/>
            <a:ext cx="5322615" cy="983304"/>
            <a:chOff x="836612" y="4670835"/>
            <a:chExt cx="5322615" cy="983304"/>
          </a:xfrm>
        </p:grpSpPr>
        <p:sp>
          <p:nvSpPr>
            <p:cNvPr id="40" name="Rounded Rectangle 39"/>
            <p:cNvSpPr/>
            <p:nvPr/>
          </p:nvSpPr>
          <p:spPr>
            <a:xfrm>
              <a:off x="1016155"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1207719"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42" name="Rectangle 41"/>
            <p:cNvSpPr/>
            <p:nvPr/>
          </p:nvSpPr>
          <p:spPr>
            <a:xfrm>
              <a:off x="836612"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1602026"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4" name="Rectangle 43"/>
            <p:cNvSpPr/>
            <p:nvPr/>
          </p:nvSpPr>
          <p:spPr>
            <a:xfrm>
              <a:off x="1793590"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45" name="Rounded Rectangle 44"/>
            <p:cNvSpPr/>
            <p:nvPr/>
          </p:nvSpPr>
          <p:spPr>
            <a:xfrm>
              <a:off x="2179517"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46" name="Rectangle 45"/>
            <p:cNvSpPr/>
            <p:nvPr/>
          </p:nvSpPr>
          <p:spPr>
            <a:xfrm>
              <a:off x="2371081"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47" name="Rounded Rectangle 46"/>
            <p:cNvSpPr/>
            <p:nvPr/>
          </p:nvSpPr>
          <p:spPr>
            <a:xfrm>
              <a:off x="2724565"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8" name="Rectangle 47"/>
            <p:cNvSpPr/>
            <p:nvPr/>
          </p:nvSpPr>
          <p:spPr>
            <a:xfrm>
              <a:off x="2916129"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9" name="Rounded Rectangle 48"/>
            <p:cNvSpPr/>
            <p:nvPr/>
          </p:nvSpPr>
          <p:spPr>
            <a:xfrm>
              <a:off x="3729630"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50" name="Rectangle 49"/>
            <p:cNvSpPr/>
            <p:nvPr/>
          </p:nvSpPr>
          <p:spPr>
            <a:xfrm>
              <a:off x="3921194"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51" name="Rectangle 50"/>
            <p:cNvSpPr/>
            <p:nvPr/>
          </p:nvSpPr>
          <p:spPr>
            <a:xfrm>
              <a:off x="3550087"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2" name="Rounded Rectangle 51"/>
            <p:cNvSpPr/>
            <p:nvPr/>
          </p:nvSpPr>
          <p:spPr>
            <a:xfrm>
              <a:off x="4315501"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53" name="Rectangle 52"/>
            <p:cNvSpPr/>
            <p:nvPr/>
          </p:nvSpPr>
          <p:spPr>
            <a:xfrm>
              <a:off x="4507065"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54" name="Rounded Rectangle 53"/>
            <p:cNvSpPr/>
            <p:nvPr/>
          </p:nvSpPr>
          <p:spPr>
            <a:xfrm>
              <a:off x="4892992"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55" name="Rectangle 54"/>
            <p:cNvSpPr/>
            <p:nvPr/>
          </p:nvSpPr>
          <p:spPr>
            <a:xfrm>
              <a:off x="5084556"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63" name="Rounded Rectangle 62"/>
            <p:cNvSpPr/>
            <p:nvPr/>
          </p:nvSpPr>
          <p:spPr>
            <a:xfrm>
              <a:off x="5438040"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84" name="Rectangle 83"/>
            <p:cNvSpPr/>
            <p:nvPr/>
          </p:nvSpPr>
          <p:spPr>
            <a:xfrm>
              <a:off x="5629604"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85" name="Group 84"/>
          <p:cNvGrpSpPr/>
          <p:nvPr/>
        </p:nvGrpSpPr>
        <p:grpSpPr>
          <a:xfrm>
            <a:off x="3661647" y="5085794"/>
            <a:ext cx="732573" cy="857806"/>
            <a:chOff x="2577804" y="5189024"/>
            <a:chExt cx="732573" cy="857806"/>
          </a:xfrm>
        </p:grpSpPr>
        <p:sp>
          <p:nvSpPr>
            <p:cNvPr id="86"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87" name="Up Arrow 86"/>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8" name="Group 87"/>
          <p:cNvGrpSpPr/>
          <p:nvPr/>
        </p:nvGrpSpPr>
        <p:grpSpPr>
          <a:xfrm>
            <a:off x="4349312" y="5085794"/>
            <a:ext cx="373500" cy="817026"/>
            <a:chOff x="3730169" y="5189024"/>
            <a:chExt cx="373500" cy="817026"/>
          </a:xfrm>
        </p:grpSpPr>
        <p:sp>
          <p:nvSpPr>
            <p:cNvPr id="89"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90" name="Up Arrow 89"/>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91" name="Group 90"/>
          <p:cNvGrpSpPr/>
          <p:nvPr/>
        </p:nvGrpSpPr>
        <p:grpSpPr>
          <a:xfrm>
            <a:off x="2215712" y="5078370"/>
            <a:ext cx="357470" cy="817026"/>
            <a:chOff x="1630157" y="5181600"/>
            <a:chExt cx="357470" cy="817026"/>
          </a:xfrm>
        </p:grpSpPr>
        <p:sp>
          <p:nvSpPr>
            <p:cNvPr id="92" name="Text Box 5"/>
            <p:cNvSpPr txBox="1">
              <a:spLocks noChangeArrowheads="1"/>
            </p:cNvSpPr>
            <p:nvPr/>
          </p:nvSpPr>
          <p:spPr bwMode="gray">
            <a:xfrm>
              <a:off x="163015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93" name="Up Arrow 92"/>
            <p:cNvSpPr/>
            <p:nvPr/>
          </p:nvSpPr>
          <p:spPr>
            <a:xfrm>
              <a:off x="171082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cxnSp>
        <p:nvCxnSpPr>
          <p:cNvPr id="94" name="Curved Connector 93"/>
          <p:cNvCxnSpPr>
            <a:stCxn id="62" idx="1"/>
            <a:endCxn id="43" idx="0"/>
          </p:cNvCxnSpPr>
          <p:nvPr/>
        </p:nvCxnSpPr>
        <p:spPr>
          <a:xfrm rot="10800000" flipV="1">
            <a:off x="1841426" y="3813025"/>
            <a:ext cx="6136990" cy="606276"/>
          </a:xfrm>
          <a:prstGeom prst="curvedConnector2">
            <a:avLst/>
          </a:prstGeom>
          <a:ln>
            <a:solidFill>
              <a:srgbClr val="002060"/>
            </a:solidFill>
            <a:prstDash val="dash"/>
            <a:tailEnd type="triangle"/>
          </a:ln>
        </p:spPr>
        <p:style>
          <a:lnRef idx="3">
            <a:schemeClr val="dk1"/>
          </a:lnRef>
          <a:fillRef idx="0">
            <a:schemeClr val="dk1"/>
          </a:fillRef>
          <a:effectRef idx="2">
            <a:schemeClr val="dk1"/>
          </a:effectRef>
          <a:fontRef idx="minor">
            <a:schemeClr val="tx1"/>
          </a:fontRef>
        </p:style>
      </p:cxnSp>
      <p:sp>
        <p:nvSpPr>
          <p:cNvPr id="62" name="Rounded Rectangle 61"/>
          <p:cNvSpPr/>
          <p:nvPr/>
        </p:nvSpPr>
        <p:spPr>
          <a:xfrm>
            <a:off x="7978416" y="357362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95" name="Rectangle 94"/>
          <p:cNvSpPr/>
          <p:nvPr/>
        </p:nvSpPr>
        <p:spPr>
          <a:xfrm>
            <a:off x="7694612" y="3124200"/>
            <a:ext cx="1046408"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TEMP</a:t>
            </a:r>
          </a:p>
        </p:txBody>
      </p:sp>
      <p:sp>
        <p:nvSpPr>
          <p:cNvPr id="96" name="Rectangle 95"/>
          <p:cNvSpPr/>
          <p:nvPr/>
        </p:nvSpPr>
        <p:spPr>
          <a:xfrm>
            <a:off x="6800563" y="4062505"/>
            <a:ext cx="2139275" cy="867930"/>
          </a:xfrm>
          <a:prstGeom prst="rect">
            <a:avLst/>
          </a:prstGeom>
        </p:spPr>
        <p:txBody>
          <a:bodyPr wrap="square">
            <a:spAutoFit/>
          </a:bodyPr>
          <a:lstStyle/>
          <a:p>
            <a:pPr>
              <a:defRPr/>
            </a:pPr>
            <a:r>
              <a:rPr lang="en-US" sz="1400" dirty="0">
                <a:solidFill>
                  <a:srgbClr val="C00000"/>
                </a:solidFill>
                <a:latin typeface="Arial" charset="0"/>
              </a:rPr>
              <a:t>Note: Real code and an example in Appendix.</a:t>
            </a:r>
          </a:p>
        </p:txBody>
      </p:sp>
      <p:sp>
        <p:nvSpPr>
          <p:cNvPr id="101" name="Rounded Rectangle 100"/>
          <p:cNvSpPr/>
          <p:nvPr/>
        </p:nvSpPr>
        <p:spPr>
          <a:xfrm>
            <a:off x="1020566" y="440904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03" name="Rounded Rectangle 102"/>
          <p:cNvSpPr/>
          <p:nvPr/>
        </p:nvSpPr>
        <p:spPr>
          <a:xfrm>
            <a:off x="1601711" y="441250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97" name="Rectangle 96"/>
          <p:cNvSpPr/>
          <p:nvPr/>
        </p:nvSpPr>
        <p:spPr>
          <a:xfrm>
            <a:off x="2132012" y="4057219"/>
            <a:ext cx="1950797" cy="1048181"/>
          </a:xfrm>
          <a:prstGeom prst="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842894E8-620C-4717-0881-C4AD7F4D578A}"/>
              </a:ext>
            </a:extLst>
          </p:cNvPr>
          <p:cNvSpPr txBox="1"/>
          <p:nvPr/>
        </p:nvSpPr>
        <p:spPr>
          <a:xfrm>
            <a:off x="4854657" y="5981966"/>
            <a:ext cx="3542958" cy="360612"/>
          </a:xfrm>
          <a:prstGeom prst="rect">
            <a:avLst/>
          </a:prstGeom>
          <a:noFill/>
        </p:spPr>
        <p:txBody>
          <a:bodyPr wrap="none" rtlCol="0">
            <a:spAutoFit/>
          </a:bodyPr>
          <a:lstStyle/>
          <a:p>
            <a:r>
              <a:rPr lang="en-US" dirty="0"/>
              <a:t>Can we just copy the first 4 twice?</a:t>
            </a:r>
          </a:p>
        </p:txBody>
      </p:sp>
    </p:spTree>
    <p:extLst>
      <p:ext uri="{BB962C8B-B14F-4D97-AF65-F5344CB8AC3E}">
        <p14:creationId xmlns:p14="http://schemas.microsoft.com/office/powerpoint/2010/main" val="11741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with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right)">
                                      <p:cBhvr>
                                        <p:cTn id="7" dur="500"/>
                                        <p:tgtEl>
                                          <p:spTgt spid="9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fade">
                                      <p:cBhvr>
                                        <p:cTn id="11" dur="500"/>
                                        <p:tgtEl>
                                          <p:spTgt spid="103"/>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101"/>
                                        </p:tgtEl>
                                        <p:attrNameLst>
                                          <p:attrName>style.visibility</p:attrName>
                                        </p:attrNameLst>
                                      </p:cBhvr>
                                      <p:to>
                                        <p:strVal val="visible"/>
                                      </p:to>
                                    </p:set>
                                    <p:animEffect transition="in" filter="fade">
                                      <p:cBhvr>
                                        <p:cTn id="16" dur="500"/>
                                        <p:tgtEl>
                                          <p:spTgt spid="101"/>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5"/>
                                        </p:tgtEl>
                                        <p:attrNameLst>
                                          <p:attrName>style.visibility</p:attrName>
                                        </p:attrNameLst>
                                      </p:cBhvr>
                                      <p:to>
                                        <p:strVal val="visible"/>
                                      </p:to>
                                    </p:set>
                                    <p:animEffect transition="in" filter="fade">
                                      <p:cBhvr>
                                        <p:cTn id="21" dur="500"/>
                                        <p:tgtEl>
                                          <p:spTgt spid="85"/>
                                        </p:tgtEl>
                                      </p:cBhvr>
                                    </p:animEffect>
                                  </p:childTnLst>
                                </p:cTn>
                              </p:par>
                              <p:par>
                                <p:cTn id="22" presetID="10" presetClass="entr" presetSubtype="0" fill="hold" nodeType="withEffect">
                                  <p:stCondLst>
                                    <p:cond delay="0"/>
                                  </p:stCondLst>
                                  <p:childTnLst>
                                    <p:set>
                                      <p:cBhvr>
                                        <p:cTn id="23" dur="1" fill="hold">
                                          <p:stCondLst>
                                            <p:cond delay="0"/>
                                          </p:stCondLst>
                                        </p:cTn>
                                        <p:tgtEl>
                                          <p:spTgt spid="88"/>
                                        </p:tgtEl>
                                        <p:attrNameLst>
                                          <p:attrName>style.visibility</p:attrName>
                                        </p:attrNameLst>
                                      </p:cBhvr>
                                      <p:to>
                                        <p:strVal val="visible"/>
                                      </p:to>
                                    </p:set>
                                    <p:animEffect transition="in" filter="fade">
                                      <p:cBhvr>
                                        <p:cTn id="24" dur="500"/>
                                        <p:tgtEl>
                                          <p:spTgt spid="88"/>
                                        </p:tgtEl>
                                      </p:cBhvr>
                                    </p:animEffect>
                                  </p:childTnLst>
                                </p:cTn>
                              </p:par>
                              <p:par>
                                <p:cTn id="25" presetID="10" presetClass="entr" presetSubtype="0" fill="hold" nodeType="with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500"/>
                                        <p:tgtEl>
                                          <p:spTgt spid="9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6"/>
                                        </p:tgtEl>
                                        <p:attrNameLst>
                                          <p:attrName>style.visibility</p:attrName>
                                        </p:attrNameLst>
                                      </p:cBhvr>
                                      <p:to>
                                        <p:strVal val="visible"/>
                                      </p:to>
                                    </p:set>
                                    <p:animEffect transition="in" filter="fade">
                                      <p:cBhvr>
                                        <p:cTn id="30" dur="500"/>
                                        <p:tgtEl>
                                          <p:spTgt spid="96"/>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101" grpId="0" animBg="1"/>
      <p:bldP spid="103" grpId="0" animBg="1"/>
      <p:bldP spid="2"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US" dirty="0" err="1"/>
              <a:t>Mergesort</a:t>
            </a:r>
            <a:r>
              <a:rPr lang="en-US" dirty="0"/>
              <a:t> Algorithm (Recap)</a:t>
            </a:r>
            <a:endParaRPr lang="en-GB" dirty="0"/>
          </a:p>
        </p:txBody>
      </p:sp>
    </p:spTree>
    <p:extLst>
      <p:ext uri="{BB962C8B-B14F-4D97-AF65-F5344CB8AC3E}">
        <p14:creationId xmlns:p14="http://schemas.microsoft.com/office/powerpoint/2010/main" val="3059546315"/>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a:t>
            </a:r>
            <a:r>
              <a:rPr lang="en-US" altLang="en-US" sz="2400" dirty="0"/>
              <a:t> 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p:txBody>
      </p:sp>
      <p:sp>
        <p:nvSpPr>
          <p:cNvPr id="4" name="Rectangle 3"/>
          <p:cNvSpPr txBox="1">
            <a:spLocks noChangeArrowheads="1"/>
          </p:cNvSpPr>
          <p:nvPr/>
        </p:nvSpPr>
        <p:spPr bwMode="auto">
          <a:xfrm>
            <a:off x="2436812" y="2743200"/>
            <a:ext cx="3974121" cy="3588167"/>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b="1" kern="0" dirty="0"/>
              <a:t>void </a:t>
            </a:r>
            <a:r>
              <a:rPr lang="en-US" altLang="en-US" sz="1800" b="1" kern="0" dirty="0" err="1"/>
              <a:t>mergesort</a:t>
            </a:r>
            <a:r>
              <a:rPr lang="en-US" altLang="en-US" sz="1800" b="1" kern="0" dirty="0"/>
              <a:t>(</a:t>
            </a:r>
            <a:r>
              <a:rPr lang="en-US" altLang="en-US" sz="1800" b="1" kern="0" dirty="0" err="1"/>
              <a:t>int</a:t>
            </a:r>
            <a:r>
              <a:rPr lang="en-US" altLang="en-US" sz="1800" b="1" kern="0" dirty="0"/>
              <a:t> n, </a:t>
            </a:r>
            <a:r>
              <a:rPr lang="en-US" altLang="en-US" sz="1800" b="1" kern="0" dirty="0" err="1"/>
              <a:t>int</a:t>
            </a:r>
            <a:r>
              <a:rPr lang="en-US" altLang="en-US" sz="1800" b="1"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Font typeface="Monotype Sorts" pitchFamily="2" charset="2"/>
              <a:buNone/>
            </a:pPr>
            <a:r>
              <a:rPr lang="en-US" altLang="en-US" sz="1800" b="0" kern="0" dirty="0">
                <a:effectLst>
                  <a:glow rad="228600">
                    <a:srgbClr val="FFC000">
                      <a:alpha val="40000"/>
                    </a:srgbClr>
                  </a:glow>
                </a:effectLst>
              </a:rPr>
              <a:t>    if (m-n &lt;= 0) </a:t>
            </a:r>
          </a:p>
          <a:p>
            <a:pPr>
              <a:lnSpc>
                <a:spcPct val="110000"/>
              </a:lnSpc>
              <a:buSzTx/>
              <a:buFont typeface="Monotype Sorts" pitchFamily="2" charset="2"/>
              <a:buNone/>
            </a:pPr>
            <a:r>
              <a:rPr lang="en-US" altLang="en-US" sz="1800" b="0" kern="0" dirty="0">
                <a:effectLst>
                  <a:glow rad="228600">
                    <a:srgbClr val="FFC000">
                      <a:alpha val="40000"/>
                    </a:srgbClr>
                  </a:glow>
                </a:effectLst>
              </a:rPr>
              <a:t>        return;</a:t>
            </a:r>
          </a:p>
          <a:p>
            <a:pPr>
              <a:lnSpc>
                <a:spcPct val="110000"/>
              </a:lnSpc>
              <a:buSzTx/>
              <a:buFont typeface="Monotype Sorts" pitchFamily="2" charset="2"/>
              <a:buNone/>
            </a:pPr>
            <a:r>
              <a:rPr lang="en-US" altLang="en-US" sz="1800" b="0" kern="0" dirty="0">
                <a:effectLst>
                  <a:glow rad="228600">
                    <a:srgbClr val="FFC000">
                      <a:alpha val="40000"/>
                    </a:srgbClr>
                  </a:glow>
                </a:effectLst>
              </a:rPr>
              <a:t>    else if (m-n &gt; 1) {</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err="1">
                <a:effectLst>
                  <a:glow rad="228600">
                    <a:srgbClr val="FFC000">
                      <a:alpha val="40000"/>
                    </a:srgbClr>
                  </a:glow>
                </a:effectLst>
              </a:rPr>
              <a:t>mergesort</a:t>
            </a:r>
            <a:r>
              <a:rPr lang="en-US" altLang="en-US" sz="1800" b="0" kern="0" dirty="0">
                <a:effectLst>
                  <a:glow rad="228600">
                    <a:srgbClr val="FFC000">
                      <a:alpha val="40000"/>
                    </a:srgbClr>
                  </a:glow>
                </a:effectLst>
              </a:rPr>
              <a:t>(n, mid);</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err="1">
                <a:effectLst>
                  <a:glow rad="228600">
                    <a:srgbClr val="FFC000">
                      <a:alpha val="40000"/>
                    </a:srgbClr>
                  </a:glow>
                </a:effectLst>
              </a:rPr>
              <a:t>mergesort</a:t>
            </a:r>
            <a:r>
              <a:rPr lang="en-US" altLang="en-US" sz="1800" b="0" kern="0" dirty="0">
                <a:effectLst>
                  <a:glow rad="228600">
                    <a:srgbClr val="FFC000">
                      <a:alpha val="40000"/>
                    </a:srgbClr>
                  </a:glow>
                </a:effectLst>
              </a:rPr>
              <a:t>(mid+1, m);</a:t>
            </a:r>
          </a:p>
          <a:p>
            <a:pPr>
              <a:lnSpc>
                <a:spcPct val="110000"/>
              </a:lnSpc>
              <a:buSzTx/>
              <a:buFont typeface="Monotype Sorts" pitchFamily="2" charset="2"/>
              <a:buNone/>
            </a:pPr>
            <a:r>
              <a:rPr lang="en-US" altLang="en-US" sz="1800" b="0" kern="0" dirty="0">
                <a:effectLst>
                  <a:glow rad="228600">
                    <a:srgbClr val="FFC000">
                      <a:alpha val="40000"/>
                    </a:srgbClr>
                  </a:glow>
                </a:effectLst>
              </a:rPr>
              <a:t>    } </a:t>
            </a:r>
          </a:p>
          <a:p>
            <a:pPr>
              <a:lnSpc>
                <a:spcPct val="110000"/>
              </a:lnSpc>
              <a:buSzTx/>
              <a:buFont typeface="Monotype Sorts" pitchFamily="2" charset="2"/>
              <a:buNone/>
            </a:pPr>
            <a:r>
              <a:rPr lang="en-US" altLang="en-US" sz="1800" b="0" kern="0" dirty="0"/>
              <a:t>    merge(n, m);</a:t>
            </a:r>
          </a:p>
          <a:p>
            <a:pPr>
              <a:lnSpc>
                <a:spcPct val="110000"/>
              </a:lnSpc>
              <a:buSzTx/>
              <a:buFont typeface="Monotype Sorts" pitchFamily="2" charset="2"/>
              <a:buNone/>
            </a:pPr>
            <a:r>
              <a:rPr lang="en-US" altLang="en-US" sz="1800" b="0" kern="0" dirty="0"/>
              <a:t>}</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4211">
                                            <p:txEl>
                                              <p:pRg st="1" end="1"/>
                                            </p:txEl>
                                          </p:spTgt>
                                        </p:tgtEl>
                                        <p:attrNameLst>
                                          <p:attrName>style.visibility</p:attrName>
                                        </p:attrNameLst>
                                      </p:cBhvr>
                                      <p:to>
                                        <p:strVal val="visible"/>
                                      </p:to>
                                    </p:set>
                                    <p:animEffect transition="in" filter="fade">
                                      <p:cBhvr>
                                        <p:cTn id="7" dur="500"/>
                                        <p:tgtEl>
                                          <p:spTgt spid="94211">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11" grpId="0" uiExpand="1" build="p"/>
      <p:bldP spid="4" grpId="0" animBg="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endParaRPr lang="en-US" altLang="en-US" sz="2400" dirty="0"/>
          </a:p>
        </p:txBody>
      </p:sp>
      <p:sp>
        <p:nvSpPr>
          <p:cNvPr id="4" name="Rectangle 3"/>
          <p:cNvSpPr txBox="1">
            <a:spLocks noChangeArrowheads="1"/>
          </p:cNvSpPr>
          <p:nvPr/>
        </p:nvSpPr>
        <p:spPr bwMode="auto">
          <a:xfrm>
            <a:off x="2900090" y="3581400"/>
            <a:ext cx="3974121" cy="2590800"/>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b="1" kern="0" dirty="0"/>
              <a:t>void </a:t>
            </a:r>
            <a:r>
              <a:rPr lang="en-US" altLang="en-US" sz="1800" b="1" kern="0" dirty="0" err="1"/>
              <a:t>mergesort</a:t>
            </a:r>
            <a:r>
              <a:rPr lang="en-US" altLang="en-US" sz="1800" b="1" kern="0" dirty="0"/>
              <a:t>(</a:t>
            </a:r>
            <a:r>
              <a:rPr lang="en-US" altLang="en-US" sz="1800" b="1" kern="0" dirty="0" err="1"/>
              <a:t>int</a:t>
            </a:r>
            <a:r>
              <a:rPr lang="en-US" altLang="en-US" sz="1800" b="1" kern="0" dirty="0"/>
              <a:t> n, </a:t>
            </a:r>
            <a:r>
              <a:rPr lang="en-US" altLang="en-US" sz="1800" b="1" kern="0" dirty="0" err="1"/>
              <a:t>int</a:t>
            </a:r>
            <a:r>
              <a:rPr lang="en-US" altLang="en-US" sz="1800" b="1"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None/>
            </a:pPr>
            <a:r>
              <a:rPr lang="en-US" altLang="en-US" sz="1800" b="0" kern="0" dirty="0"/>
              <a:t>    </a:t>
            </a:r>
            <a:r>
              <a:rPr lang="en-US" altLang="en-US" sz="1800" b="0" kern="0" dirty="0">
                <a:effectLst>
                  <a:glow rad="228600">
                    <a:srgbClr val="FFC000">
                      <a:alpha val="40000"/>
                    </a:srgbClr>
                  </a:glow>
                </a:effectLst>
              </a:rPr>
              <a:t>if (m-n &lt;= 0) </a:t>
            </a:r>
          </a:p>
          <a:p>
            <a:pPr>
              <a:lnSpc>
                <a:spcPct val="110000"/>
              </a:lnSpc>
              <a:buSzTx/>
              <a:buFont typeface="Monotype Sorts" pitchFamily="2" charset="2"/>
              <a:buNone/>
            </a:pPr>
            <a:r>
              <a:rPr lang="en-US" altLang="en-US" sz="1800" b="0" kern="0" dirty="0"/>
              <a:t>        return;</a:t>
            </a:r>
          </a:p>
          <a:p>
            <a:pPr>
              <a:lnSpc>
                <a:spcPct val="110000"/>
              </a:lnSpc>
              <a:buSzTx/>
              <a:buFont typeface="Monotype Sorts" pitchFamily="2" charset="2"/>
              <a:buNone/>
            </a:pPr>
            <a:r>
              <a:rPr lang="en-US" altLang="en-US" sz="1800" b="0" kern="0" dirty="0"/>
              <a:t>    else if (m-n &gt; 1) </a:t>
            </a:r>
          </a:p>
          <a:p>
            <a:pPr>
              <a:lnSpc>
                <a:spcPct val="110000"/>
              </a:lnSpc>
              <a:buSzTx/>
              <a:buFont typeface="Monotype Sorts" pitchFamily="2" charset="2"/>
              <a:buNone/>
            </a:pPr>
            <a:r>
              <a:rPr lang="en-US" altLang="en-US" sz="1800" b="0" kern="0" dirty="0"/>
              <a:t>	…..</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414140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4211">
                                            <p:txEl>
                                              <p:pRg st="2" end="2"/>
                                            </p:txEl>
                                          </p:spTgt>
                                        </p:tgtEl>
                                        <p:attrNameLst>
                                          <p:attrName>style.visibility</p:attrName>
                                        </p:attrNameLst>
                                      </p:cBhvr>
                                      <p:to>
                                        <p:strVal val="visible"/>
                                      </p:to>
                                    </p:set>
                                    <p:animEffect transition="in" filter="fade">
                                      <p:cBhvr>
                                        <p:cTn id="7" dur="500"/>
                                        <p:tgtEl>
                                          <p:spTgt spid="94211">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r>
              <a:rPr lang="en-US" altLang="en-US" sz="2400" dirty="0">
                <a:solidFill>
                  <a:srgbClr val="0033CC"/>
                </a:solidFill>
              </a:rPr>
              <a:t>merge() </a:t>
            </a:r>
            <a:r>
              <a:rPr lang="en-US" altLang="en-US" sz="2400" dirty="0"/>
              <a:t>function merges two sub-arrays of elements between index </a:t>
            </a:r>
            <a:r>
              <a:rPr lang="en-US" altLang="en-US" sz="2400" dirty="0">
                <a:solidFill>
                  <a:srgbClr val="0000FF"/>
                </a:solidFill>
              </a:rPr>
              <a:t>n</a:t>
            </a:r>
            <a:r>
              <a:rPr lang="en-US" altLang="en-US" sz="2400" dirty="0"/>
              <a:t> and ‘</a:t>
            </a:r>
            <a:r>
              <a:rPr lang="en-US" altLang="en-US" sz="2400" dirty="0">
                <a:solidFill>
                  <a:srgbClr val="0000FF"/>
                </a:solidFill>
              </a:rPr>
              <a:t>mid</a:t>
            </a:r>
            <a:r>
              <a:rPr lang="en-US" altLang="en-US" sz="2400" dirty="0"/>
              <a:t>’, and between ‘</a:t>
            </a:r>
            <a:r>
              <a:rPr lang="en-US" altLang="en-US" sz="2400" dirty="0">
                <a:solidFill>
                  <a:srgbClr val="0000FF"/>
                </a:solidFill>
              </a:rPr>
              <a:t>mid+1</a:t>
            </a:r>
            <a:r>
              <a:rPr lang="en-US" altLang="en-US" sz="2400" dirty="0"/>
              <a:t>’ and </a:t>
            </a:r>
            <a:r>
              <a:rPr lang="en-US" altLang="en-US" sz="2400" dirty="0">
                <a:solidFill>
                  <a:srgbClr val="0000FF"/>
                </a:solidFill>
              </a:rPr>
              <a:t>m</a:t>
            </a: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ectangle 3"/>
          <p:cNvSpPr txBox="1">
            <a:spLocks noChangeArrowheads="1"/>
          </p:cNvSpPr>
          <p:nvPr/>
        </p:nvSpPr>
        <p:spPr bwMode="auto">
          <a:xfrm>
            <a:off x="2900090" y="4121401"/>
            <a:ext cx="3974121" cy="2203199"/>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kern="0" dirty="0"/>
              <a:t>void </a:t>
            </a:r>
            <a:r>
              <a:rPr lang="en-US" altLang="en-US" sz="1800" kern="0" dirty="0" err="1"/>
              <a:t>mergesort</a:t>
            </a:r>
            <a:r>
              <a:rPr lang="en-US" altLang="en-US" sz="1800" kern="0" dirty="0"/>
              <a:t>(</a:t>
            </a:r>
            <a:r>
              <a:rPr lang="en-US" altLang="en-US" sz="1800" kern="0" dirty="0" err="1"/>
              <a:t>int</a:t>
            </a:r>
            <a:r>
              <a:rPr lang="en-US" altLang="en-US" sz="1800" kern="0" dirty="0"/>
              <a:t> n, </a:t>
            </a:r>
            <a:r>
              <a:rPr lang="en-US" altLang="en-US" sz="1800" kern="0" dirty="0" err="1"/>
              <a:t>int</a:t>
            </a:r>
            <a:r>
              <a:rPr lang="en-US" altLang="en-US" sz="1800" kern="0" dirty="0"/>
              <a:t> m)</a:t>
            </a:r>
          </a:p>
          <a:p>
            <a:pPr>
              <a:lnSpc>
                <a:spcPct val="110000"/>
              </a:lnSpc>
              <a:buSzTx/>
              <a:buFont typeface="Monotype Sorts" pitchFamily="2" charset="2"/>
              <a:buNone/>
            </a:pPr>
            <a:r>
              <a:rPr lang="en-US" altLang="en-US" sz="1800" b="0" kern="0" dirty="0"/>
              <a:t>{    </a:t>
            </a:r>
            <a:r>
              <a:rPr lang="en-US" altLang="en-US" sz="1800" b="0" kern="0" dirty="0" err="1"/>
              <a:t>int</a:t>
            </a:r>
            <a:r>
              <a:rPr lang="en-US" altLang="en-US" sz="1800" b="0" kern="0" dirty="0"/>
              <a:t> mid = (</a:t>
            </a:r>
            <a:r>
              <a:rPr lang="en-US" altLang="en-US" sz="1800" b="0" kern="0" dirty="0" err="1"/>
              <a:t>n+m</a:t>
            </a:r>
            <a:r>
              <a:rPr lang="en-US" altLang="en-US" sz="1800" b="0" kern="0" dirty="0"/>
              <a:t>)/2; </a:t>
            </a:r>
          </a:p>
          <a:p>
            <a:pPr>
              <a:lnSpc>
                <a:spcPct val="110000"/>
              </a:lnSpc>
              <a:buSzTx/>
              <a:buFont typeface="Monotype Sorts" pitchFamily="2" charset="2"/>
              <a:buNone/>
            </a:pPr>
            <a:r>
              <a:rPr lang="en-US" altLang="en-US" sz="1800" b="0" kern="0" dirty="0">
                <a:effectLst>
                  <a:glow rad="228600">
                    <a:srgbClr val="FFC000">
                      <a:alpha val="40000"/>
                    </a:srgbClr>
                  </a:glow>
                </a:effectLst>
              </a:rPr>
              <a:t>    </a:t>
            </a:r>
            <a:r>
              <a:rPr lang="en-US" altLang="en-US" sz="1800" b="0" kern="0" dirty="0"/>
              <a:t>if (m-n &lt;= 0) 	</a:t>
            </a:r>
          </a:p>
          <a:p>
            <a:pPr>
              <a:lnSpc>
                <a:spcPct val="110000"/>
              </a:lnSpc>
              <a:buSzTx/>
              <a:buFont typeface="Monotype Sorts" pitchFamily="2" charset="2"/>
              <a:buNone/>
            </a:pPr>
            <a:r>
              <a:rPr lang="en-US" altLang="en-US" sz="1800" b="0" kern="0" dirty="0"/>
              <a:t>    ……..</a:t>
            </a:r>
          </a:p>
          <a:p>
            <a:pPr>
              <a:lnSpc>
                <a:spcPct val="110000"/>
              </a:lnSpc>
              <a:buSzTx/>
              <a:buFont typeface="Monotype Sorts" pitchFamily="2" charset="2"/>
              <a:buNone/>
            </a:pPr>
            <a:r>
              <a:rPr lang="en-US" altLang="en-US" sz="1800" b="0" kern="0" dirty="0">
                <a:effectLst>
                  <a:glow rad="228600">
                    <a:srgbClr val="FFC000">
                      <a:alpha val="40000"/>
                    </a:srgbClr>
                  </a:glow>
                </a:effectLst>
              </a:rPr>
              <a:t>    merge(n, m);</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1722821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Since merging is performed directly on the original array, swapping and shifting are needed</a:t>
            </a:r>
          </a:p>
          <a:p>
            <a:pPr marL="447675" lvl="1" indent="-260350">
              <a:lnSpc>
                <a:spcPct val="80000"/>
              </a:lnSpc>
            </a:pPr>
            <a:r>
              <a:rPr lang="en-US" altLang="en-US" sz="2400" dirty="0" err="1">
                <a:solidFill>
                  <a:srgbClr val="0033CC"/>
                </a:solidFill>
              </a:rPr>
              <a:t>mergesort</a:t>
            </a:r>
            <a:r>
              <a:rPr lang="en-US" altLang="en-US" sz="2400" dirty="0">
                <a:solidFill>
                  <a:srgbClr val="0033CC"/>
                </a:solidFill>
              </a:rPr>
              <a:t>() </a:t>
            </a:r>
            <a:r>
              <a:rPr lang="en-US" altLang="en-US" sz="2400" dirty="0"/>
              <a:t>partitions a contiguous array of elements between index </a:t>
            </a:r>
            <a:r>
              <a:rPr lang="en-US" altLang="en-US" sz="2400" dirty="0">
                <a:solidFill>
                  <a:srgbClr val="0000FF"/>
                </a:solidFill>
              </a:rPr>
              <a:t>n</a:t>
            </a:r>
            <a:r>
              <a:rPr lang="en-US" altLang="en-US" sz="2400" dirty="0"/>
              <a:t> and </a:t>
            </a:r>
            <a:r>
              <a:rPr lang="en-US" altLang="en-US" sz="2400" dirty="0">
                <a:solidFill>
                  <a:srgbClr val="0000FF"/>
                </a:solidFill>
              </a:rPr>
              <a:t>m</a:t>
            </a:r>
            <a:r>
              <a:rPr lang="en-US" altLang="en-US" sz="2400" dirty="0"/>
              <a:t> into two subarrays</a:t>
            </a:r>
          </a:p>
          <a:p>
            <a:pPr marL="447675" lvl="1" indent="-260350">
              <a:lnSpc>
                <a:spcPct val="80000"/>
              </a:lnSpc>
            </a:pPr>
            <a:r>
              <a:rPr lang="en-US" altLang="en-US" sz="2400" dirty="0"/>
              <a:t>Recursively partitions until </a:t>
            </a:r>
            <a:r>
              <a:rPr lang="en-US" altLang="en-US" sz="2400" dirty="0">
                <a:solidFill>
                  <a:srgbClr val="0000FF"/>
                </a:solidFill>
              </a:rPr>
              <a:t>m-n&lt;=0</a:t>
            </a:r>
            <a:r>
              <a:rPr lang="en-US" altLang="en-US" sz="2400" dirty="0"/>
              <a:t>, then merge the resulting two subarrays</a:t>
            </a:r>
          </a:p>
          <a:p>
            <a:pPr marL="447675" lvl="1" indent="-260350">
              <a:lnSpc>
                <a:spcPct val="80000"/>
              </a:lnSpc>
            </a:pPr>
            <a:r>
              <a:rPr lang="en-US" altLang="en-US" sz="2400" dirty="0">
                <a:solidFill>
                  <a:srgbClr val="0033CC"/>
                </a:solidFill>
              </a:rPr>
              <a:t>merge() </a:t>
            </a:r>
            <a:r>
              <a:rPr lang="en-US" altLang="en-US" sz="2400" dirty="0"/>
              <a:t>function merges two sub-arrays of elements between index </a:t>
            </a:r>
            <a:r>
              <a:rPr lang="en-US" altLang="en-US" sz="2400" dirty="0">
                <a:solidFill>
                  <a:srgbClr val="0000FF"/>
                </a:solidFill>
              </a:rPr>
              <a:t>n</a:t>
            </a:r>
            <a:r>
              <a:rPr lang="en-US" altLang="en-US" sz="2400" dirty="0"/>
              <a:t> and ‘</a:t>
            </a:r>
            <a:r>
              <a:rPr lang="en-US" altLang="en-US" sz="2400" dirty="0">
                <a:solidFill>
                  <a:srgbClr val="0000FF"/>
                </a:solidFill>
              </a:rPr>
              <a:t>mid</a:t>
            </a:r>
            <a:r>
              <a:rPr lang="en-US" altLang="en-US" sz="2400" dirty="0"/>
              <a:t>’, and between ‘</a:t>
            </a:r>
            <a:r>
              <a:rPr lang="en-US" altLang="en-US" sz="2400" dirty="0">
                <a:solidFill>
                  <a:srgbClr val="0000FF"/>
                </a:solidFill>
              </a:rPr>
              <a:t>mid+1</a:t>
            </a:r>
            <a:r>
              <a:rPr lang="en-US" altLang="en-US" sz="2400" dirty="0"/>
              <a:t>’ and </a:t>
            </a:r>
            <a:r>
              <a:rPr lang="en-US" altLang="en-US" sz="2400" dirty="0">
                <a:solidFill>
                  <a:srgbClr val="0000FF"/>
                </a:solidFill>
              </a:rPr>
              <a:t>m</a:t>
            </a:r>
          </a:p>
          <a:p>
            <a:pPr marL="447675" lvl="1" indent="-260350">
              <a:lnSpc>
                <a:spcPct val="80000"/>
              </a:lnSpc>
            </a:pPr>
            <a:r>
              <a:rPr lang="en-US" altLang="en-US" sz="2400" dirty="0"/>
              <a:t>During merging, one element from each subarray is compared and the smaller one is inserted into new list</a:t>
            </a:r>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ectangle 3"/>
          <p:cNvSpPr txBox="1">
            <a:spLocks noChangeArrowheads="1"/>
          </p:cNvSpPr>
          <p:nvPr/>
        </p:nvSpPr>
        <p:spPr bwMode="auto">
          <a:xfrm>
            <a:off x="2666166" y="4800600"/>
            <a:ext cx="3974121" cy="1593599"/>
          </a:xfrm>
          <a:prstGeom prst="rect">
            <a:avLst/>
          </a:prstGeom>
          <a:solidFill>
            <a:schemeClr val="accent3">
              <a:lumMod val="95000"/>
            </a:schemeClr>
          </a:solidFill>
          <a:ln>
            <a:noFill/>
          </a:ln>
          <a:effectLst/>
        </p:spPr>
        <p:txBody>
          <a:bodyPr vert="horz" wrap="square" lIns="91440" tIns="45720" rIns="91440" bIns="45720" numCol="1" anchor="t" anchorCtr="0" compatLnSpc="1">
            <a:prstTxWarp prst="textNoShape">
              <a:avLst/>
            </a:prstTxWarp>
          </a:bodyPr>
          <a:lst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pPr>
              <a:lnSpc>
                <a:spcPct val="110000"/>
              </a:lnSpc>
              <a:buSzTx/>
              <a:buFont typeface="Monotype Sorts" pitchFamily="2" charset="2"/>
              <a:buNone/>
            </a:pPr>
            <a:r>
              <a:rPr lang="en-US" altLang="en-US" sz="1800" kern="0" dirty="0"/>
              <a:t>void </a:t>
            </a:r>
            <a:r>
              <a:rPr lang="en-US" altLang="en-US" sz="1800" kern="0" dirty="0" err="1"/>
              <a:t>mergesort</a:t>
            </a:r>
            <a:r>
              <a:rPr lang="en-US" altLang="en-US" sz="1800" kern="0" dirty="0"/>
              <a:t>(</a:t>
            </a:r>
            <a:r>
              <a:rPr lang="en-US" altLang="en-US" sz="1800" kern="0" dirty="0" err="1"/>
              <a:t>int</a:t>
            </a:r>
            <a:r>
              <a:rPr lang="en-US" altLang="en-US" sz="1800" kern="0" dirty="0"/>
              <a:t> n, </a:t>
            </a:r>
            <a:r>
              <a:rPr lang="en-US" altLang="en-US" sz="1800" kern="0" dirty="0" err="1"/>
              <a:t>int</a:t>
            </a:r>
            <a:r>
              <a:rPr lang="en-US" altLang="en-US" sz="1800" kern="0" dirty="0"/>
              <a:t> m)</a:t>
            </a:r>
          </a:p>
          <a:p>
            <a:pPr>
              <a:lnSpc>
                <a:spcPct val="110000"/>
              </a:lnSpc>
              <a:buSzTx/>
              <a:buFont typeface="Monotype Sorts" pitchFamily="2" charset="2"/>
              <a:buNone/>
            </a:pPr>
            <a:r>
              <a:rPr lang="en-US" altLang="en-US" sz="1800" b="0" kern="0" dirty="0"/>
              <a:t>{   …..</a:t>
            </a:r>
          </a:p>
          <a:p>
            <a:pPr>
              <a:lnSpc>
                <a:spcPct val="110000"/>
              </a:lnSpc>
              <a:buSzTx/>
              <a:buNone/>
            </a:pPr>
            <a:r>
              <a:rPr lang="en-US" altLang="en-US" sz="1800" b="0" kern="0" dirty="0">
                <a:effectLst>
                  <a:glow rad="228600">
                    <a:srgbClr val="FFC000">
                      <a:alpha val="40000"/>
                    </a:srgbClr>
                  </a:glow>
                </a:effectLst>
              </a:rPr>
              <a:t>    merge(n, m);</a:t>
            </a:r>
          </a:p>
          <a:p>
            <a:pPr>
              <a:lnSpc>
                <a:spcPct val="110000"/>
              </a:lnSpc>
              <a:buSzTx/>
              <a:buFont typeface="Monotype Sorts" pitchFamily="2" charset="2"/>
              <a:buNone/>
            </a:pPr>
            <a:r>
              <a:rPr lang="en-US" altLang="en-US" sz="1800" b="0" kern="0" dirty="0"/>
              <a:t>}</a:t>
            </a:r>
          </a:p>
        </p:txBody>
      </p:sp>
    </p:spTree>
    <p:extLst>
      <p:ext uri="{BB962C8B-B14F-4D97-AF65-F5344CB8AC3E}">
        <p14:creationId xmlns:p14="http://schemas.microsoft.com/office/powerpoint/2010/main" val="3246448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grpSp>
        <p:nvGrpSpPr>
          <p:cNvPr id="27" name="Group 26"/>
          <p:cNvGrpSpPr/>
          <p:nvPr/>
        </p:nvGrpSpPr>
        <p:grpSpPr>
          <a:xfrm>
            <a:off x="862657" y="2510778"/>
            <a:ext cx="5322615" cy="1908822"/>
            <a:chOff x="862657" y="2205978"/>
            <a:chExt cx="5322615" cy="1908822"/>
          </a:xfrm>
        </p:grpSpPr>
        <p:sp>
          <p:nvSpPr>
            <p:cNvPr id="4" name="Rounded Rectangle 3"/>
            <p:cNvSpPr/>
            <p:nvPr/>
          </p:nvSpPr>
          <p:spPr>
            <a:xfrm>
              <a:off x="1042200"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5" name="Rectangle 4"/>
            <p:cNvSpPr/>
            <p:nvPr/>
          </p:nvSpPr>
          <p:spPr>
            <a:xfrm>
              <a:off x="1233764"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 name="Rectangle 5"/>
            <p:cNvSpPr/>
            <p:nvPr/>
          </p:nvSpPr>
          <p:spPr>
            <a:xfrm>
              <a:off x="862657"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Box 5"/>
            <p:cNvSpPr txBox="1">
              <a:spLocks noChangeArrowheads="1"/>
            </p:cNvSpPr>
            <p:nvPr/>
          </p:nvSpPr>
          <p:spPr bwMode="gray">
            <a:xfrm>
              <a:off x="1055029" y="3575792"/>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 name="Up Arrow 7"/>
            <p:cNvSpPr/>
            <p:nvPr/>
          </p:nvSpPr>
          <p:spPr>
            <a:xfrm>
              <a:off x="1164859"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 name="Rounded Rectangle 8"/>
            <p:cNvSpPr/>
            <p:nvPr/>
          </p:nvSpPr>
          <p:spPr>
            <a:xfrm>
              <a:off x="1628071"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0" name="Rectangle 9"/>
            <p:cNvSpPr/>
            <p:nvPr/>
          </p:nvSpPr>
          <p:spPr>
            <a:xfrm>
              <a:off x="1819635"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 name="Rounded Rectangle 10"/>
            <p:cNvSpPr/>
            <p:nvPr/>
          </p:nvSpPr>
          <p:spPr>
            <a:xfrm>
              <a:off x="2205562"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 name="Rectangle 11"/>
            <p:cNvSpPr/>
            <p:nvPr/>
          </p:nvSpPr>
          <p:spPr>
            <a:xfrm>
              <a:off x="2397126"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 name="Rounded Rectangle 12"/>
            <p:cNvSpPr/>
            <p:nvPr/>
          </p:nvSpPr>
          <p:spPr>
            <a:xfrm>
              <a:off x="2750610"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 name="Rectangle 13"/>
            <p:cNvSpPr/>
            <p:nvPr/>
          </p:nvSpPr>
          <p:spPr>
            <a:xfrm>
              <a:off x="2942174"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5" name="Rounded Rectangle 14"/>
            <p:cNvSpPr/>
            <p:nvPr/>
          </p:nvSpPr>
          <p:spPr>
            <a:xfrm>
              <a:off x="3755675"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 name="Rectangle 15"/>
            <p:cNvSpPr/>
            <p:nvPr/>
          </p:nvSpPr>
          <p:spPr>
            <a:xfrm>
              <a:off x="3947239"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 name="Rectangle 16"/>
            <p:cNvSpPr/>
            <p:nvPr/>
          </p:nvSpPr>
          <p:spPr>
            <a:xfrm>
              <a:off x="3576132" y="224390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4341546"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9" name="Rectangle 18"/>
            <p:cNvSpPr/>
            <p:nvPr/>
          </p:nvSpPr>
          <p:spPr>
            <a:xfrm>
              <a:off x="4533110"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20" name="Rounded Rectangle 19"/>
            <p:cNvSpPr/>
            <p:nvPr/>
          </p:nvSpPr>
          <p:spPr>
            <a:xfrm>
              <a:off x="4919037" y="258766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21" name="Rectangle 20"/>
            <p:cNvSpPr/>
            <p:nvPr/>
          </p:nvSpPr>
          <p:spPr>
            <a:xfrm>
              <a:off x="5110601" y="22195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22" name="Rounded Rectangle 21"/>
            <p:cNvSpPr/>
            <p:nvPr/>
          </p:nvSpPr>
          <p:spPr>
            <a:xfrm>
              <a:off x="5464085" y="25740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23" name="Rectangle 22"/>
            <p:cNvSpPr/>
            <p:nvPr/>
          </p:nvSpPr>
          <p:spPr>
            <a:xfrm>
              <a:off x="5655649" y="22059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4" name="Up Arrow 23"/>
            <p:cNvSpPr/>
            <p:nvPr/>
          </p:nvSpPr>
          <p:spPr>
            <a:xfrm>
              <a:off x="2892426"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5" name="Text Box 5"/>
            <p:cNvSpPr txBox="1">
              <a:spLocks noChangeArrowheads="1"/>
            </p:cNvSpPr>
            <p:nvPr/>
          </p:nvSpPr>
          <p:spPr bwMode="gray">
            <a:xfrm>
              <a:off x="3768504" y="357579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26" name="Up Arrow 25"/>
            <p:cNvSpPr/>
            <p:nvPr/>
          </p:nvSpPr>
          <p:spPr>
            <a:xfrm>
              <a:off x="3878334" y="3254159"/>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Text Box 5"/>
            <p:cNvSpPr txBox="1">
              <a:spLocks noChangeArrowheads="1"/>
            </p:cNvSpPr>
            <p:nvPr/>
          </p:nvSpPr>
          <p:spPr bwMode="gray">
            <a:xfrm>
              <a:off x="2612127" y="357862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grpSp>
    </p:spTree>
    <p:extLst>
      <p:ext uri="{BB962C8B-B14F-4D97-AF65-F5344CB8AC3E}">
        <p14:creationId xmlns:p14="http://schemas.microsoft.com/office/powerpoint/2010/main" val="2335844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447675" lvl="1" indent="-260350">
              <a:lnSpc>
                <a:spcPct val="80000"/>
              </a:lnSpc>
            </a:pP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the head element of left subarray,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is the head element of right subarray</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4" name="Rounded Rectangle 3"/>
          <p:cNvSpPr/>
          <p:nvPr/>
        </p:nvSpPr>
        <p:spPr>
          <a:xfrm>
            <a:off x="1168555"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5" name="Rectangle 4"/>
          <p:cNvSpPr/>
          <p:nvPr/>
        </p:nvSpPr>
        <p:spPr>
          <a:xfrm>
            <a:off x="1360119"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6" name="Rectangle 5"/>
          <p:cNvSpPr/>
          <p:nvPr/>
        </p:nvSpPr>
        <p:spPr>
          <a:xfrm>
            <a:off x="989012" y="2971800"/>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 Box 5"/>
          <p:cNvSpPr txBox="1">
            <a:spLocks noChangeArrowheads="1"/>
          </p:cNvSpPr>
          <p:nvPr/>
        </p:nvSpPr>
        <p:spPr bwMode="gray">
          <a:xfrm>
            <a:off x="1181384" y="4303688"/>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 name="Up Arrow 7"/>
          <p:cNvSpPr/>
          <p:nvPr/>
        </p:nvSpPr>
        <p:spPr>
          <a:xfrm>
            <a:off x="1291214"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9" name="Rounded Rectangle 8"/>
          <p:cNvSpPr/>
          <p:nvPr/>
        </p:nvSpPr>
        <p:spPr>
          <a:xfrm>
            <a:off x="1754426"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0" name="Rectangle 9"/>
          <p:cNvSpPr/>
          <p:nvPr/>
        </p:nvSpPr>
        <p:spPr>
          <a:xfrm>
            <a:off x="1945990"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 name="Rounded Rectangle 10"/>
          <p:cNvSpPr/>
          <p:nvPr/>
        </p:nvSpPr>
        <p:spPr>
          <a:xfrm>
            <a:off x="2331917"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 name="Rectangle 11"/>
          <p:cNvSpPr/>
          <p:nvPr/>
        </p:nvSpPr>
        <p:spPr>
          <a:xfrm>
            <a:off x="2523481"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3" name="Rounded Rectangle 12"/>
          <p:cNvSpPr/>
          <p:nvPr/>
        </p:nvSpPr>
        <p:spPr>
          <a:xfrm>
            <a:off x="2876965" y="330196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 name="Rectangle 13"/>
          <p:cNvSpPr/>
          <p:nvPr/>
        </p:nvSpPr>
        <p:spPr>
          <a:xfrm>
            <a:off x="3068529" y="29338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5" name="Rounded Rectangle 14"/>
          <p:cNvSpPr/>
          <p:nvPr/>
        </p:nvSpPr>
        <p:spPr>
          <a:xfrm>
            <a:off x="3882030"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 name="Rectangle 15"/>
          <p:cNvSpPr/>
          <p:nvPr/>
        </p:nvSpPr>
        <p:spPr>
          <a:xfrm>
            <a:off x="4073594"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 name="Rectangle 16"/>
          <p:cNvSpPr/>
          <p:nvPr/>
        </p:nvSpPr>
        <p:spPr>
          <a:xfrm>
            <a:off x="3702487" y="2971800"/>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ounded Rectangle 17"/>
          <p:cNvSpPr/>
          <p:nvPr/>
        </p:nvSpPr>
        <p:spPr>
          <a:xfrm>
            <a:off x="4467901"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9" name="Rectangle 18"/>
          <p:cNvSpPr/>
          <p:nvPr/>
        </p:nvSpPr>
        <p:spPr>
          <a:xfrm>
            <a:off x="4659465"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20" name="Rounded Rectangle 19"/>
          <p:cNvSpPr/>
          <p:nvPr/>
        </p:nvSpPr>
        <p:spPr>
          <a:xfrm>
            <a:off x="5045392" y="331556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21" name="Rectangle 20"/>
          <p:cNvSpPr/>
          <p:nvPr/>
        </p:nvSpPr>
        <p:spPr>
          <a:xfrm>
            <a:off x="5236956" y="294747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22" name="Rounded Rectangle 21"/>
          <p:cNvSpPr/>
          <p:nvPr/>
        </p:nvSpPr>
        <p:spPr>
          <a:xfrm>
            <a:off x="5590440" y="3301965"/>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23" name="Rectangle 22"/>
          <p:cNvSpPr/>
          <p:nvPr/>
        </p:nvSpPr>
        <p:spPr>
          <a:xfrm>
            <a:off x="5782004" y="2933874"/>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24" name="Up Arrow 23"/>
          <p:cNvSpPr/>
          <p:nvPr/>
        </p:nvSpPr>
        <p:spPr>
          <a:xfrm>
            <a:off x="3018781"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5" name="Text Box 5"/>
          <p:cNvSpPr txBox="1">
            <a:spLocks noChangeArrowheads="1"/>
          </p:cNvSpPr>
          <p:nvPr/>
        </p:nvSpPr>
        <p:spPr bwMode="gray">
          <a:xfrm>
            <a:off x="3894859" y="4303688"/>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26" name="Up Arrow 25"/>
          <p:cNvSpPr/>
          <p:nvPr/>
        </p:nvSpPr>
        <p:spPr>
          <a:xfrm>
            <a:off x="4004689" y="3982055"/>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28" name="Text Box 5"/>
          <p:cNvSpPr txBox="1">
            <a:spLocks noChangeArrowheads="1"/>
          </p:cNvSpPr>
          <p:nvPr/>
        </p:nvSpPr>
        <p:spPr bwMode="gray">
          <a:xfrm>
            <a:off x="2738482" y="4306523"/>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Tree>
    <p:extLst>
      <p:ext uri="{BB962C8B-B14F-4D97-AF65-F5344CB8AC3E}">
        <p14:creationId xmlns:p14="http://schemas.microsoft.com/office/powerpoint/2010/main" val="76879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447675" lvl="1" indent="-260350">
              <a:lnSpc>
                <a:spcPct val="80000"/>
              </a:lnSpc>
            </a:pPr>
            <a:r>
              <a:rPr lang="en-US" altLang="en-US" sz="2400" dirty="0"/>
              <a:t>Left subarray runs from </a:t>
            </a:r>
            <a:r>
              <a:rPr lang="en-US" altLang="en-US" sz="2400" dirty="0">
                <a:solidFill>
                  <a:srgbClr val="0000FF"/>
                </a:solidFill>
              </a:rPr>
              <a:t>n</a:t>
            </a:r>
            <a:r>
              <a:rPr lang="en-US" altLang="en-US" sz="2400" dirty="0"/>
              <a:t> to ‘</a:t>
            </a:r>
            <a:r>
              <a:rPr lang="en-US" altLang="en-US" sz="2400" dirty="0">
                <a:solidFill>
                  <a:srgbClr val="0000FF"/>
                </a:solidFill>
              </a:rPr>
              <a:t>mid</a:t>
            </a:r>
            <a:r>
              <a:rPr lang="en-US" altLang="en-US" sz="2400" dirty="0"/>
              <a:t>’ with </a:t>
            </a:r>
            <a:r>
              <a:rPr lang="en-US" altLang="en-US" sz="2400" dirty="0">
                <a:solidFill>
                  <a:srgbClr val="0000FF"/>
                </a:solidFill>
              </a:rPr>
              <a:t>a</a:t>
            </a:r>
            <a:r>
              <a:rPr lang="en-US" altLang="en-US" sz="2400" dirty="0"/>
              <a:t> as running index; right subarray runs from </a:t>
            </a:r>
            <a:r>
              <a:rPr lang="en-US" altLang="en-US" sz="2400" dirty="0">
                <a:solidFill>
                  <a:srgbClr val="0000FF"/>
                </a:solidFill>
              </a:rPr>
              <a:t>mid+1</a:t>
            </a:r>
            <a:r>
              <a:rPr lang="en-US" altLang="en-US" sz="2400" dirty="0"/>
              <a:t> to </a:t>
            </a:r>
            <a:r>
              <a:rPr lang="en-US" altLang="en-US" sz="2400" dirty="0">
                <a:solidFill>
                  <a:srgbClr val="0000FF"/>
                </a:solidFill>
              </a:rPr>
              <a:t>m</a:t>
            </a:r>
            <a:r>
              <a:rPr lang="en-US" altLang="en-US" sz="2400" dirty="0"/>
              <a:t> with </a:t>
            </a:r>
            <a:r>
              <a:rPr lang="en-US" altLang="en-US" sz="2400" dirty="0">
                <a:solidFill>
                  <a:srgbClr val="0000FF"/>
                </a:solidFill>
              </a:rPr>
              <a:t>b</a:t>
            </a:r>
            <a:r>
              <a:rPr lang="en-US" altLang="en-US" sz="2400" dirty="0"/>
              <a:t> as running index</a:t>
            </a:r>
          </a:p>
          <a:p>
            <a:pPr marL="447675" lvl="1" indent="-260350">
              <a:lnSpc>
                <a:spcPct val="80000"/>
              </a:lnSpc>
            </a:pP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the head element of left subarray,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is the head element of right subarray</a:t>
            </a:r>
          </a:p>
          <a:p>
            <a:pPr marL="447675" lvl="1" indent="-260350">
              <a:lnSpc>
                <a:spcPct val="80000"/>
              </a:lnSpc>
            </a:pPr>
            <a:r>
              <a:rPr lang="en-US" altLang="en-US" sz="2400" dirty="0">
                <a:latin typeface="Arial" panose="020B0604020202020204" pitchFamily="34" charset="0"/>
              </a:rPr>
              <a:t>During merging, both left and right subarrays shrink towards the right to make space for the newly merged array </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grpSp>
        <p:nvGrpSpPr>
          <p:cNvPr id="29" name="Group 28"/>
          <p:cNvGrpSpPr/>
          <p:nvPr/>
        </p:nvGrpSpPr>
        <p:grpSpPr>
          <a:xfrm>
            <a:off x="912812" y="3657600"/>
            <a:ext cx="5322615" cy="1905987"/>
            <a:chOff x="824322" y="4140843"/>
            <a:chExt cx="5322615" cy="1905987"/>
          </a:xfrm>
        </p:grpSpPr>
        <p:sp>
          <p:nvSpPr>
            <p:cNvPr id="30" name="Rounded Rectangle 29"/>
            <p:cNvSpPr/>
            <p:nvPr/>
          </p:nvSpPr>
          <p:spPr>
            <a:xfrm>
              <a:off x="1003865" y="4522531"/>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31" name="Rectangle 30"/>
            <p:cNvSpPr/>
            <p:nvPr/>
          </p:nvSpPr>
          <p:spPr>
            <a:xfrm>
              <a:off x="1195429"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32" name="Rectangle 31"/>
            <p:cNvSpPr/>
            <p:nvPr/>
          </p:nvSpPr>
          <p:spPr>
            <a:xfrm>
              <a:off x="824322"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3" name="Group 32"/>
            <p:cNvGrpSpPr/>
            <p:nvPr/>
          </p:nvGrpSpPr>
          <p:grpSpPr>
            <a:xfrm>
              <a:off x="1012542" y="5181600"/>
              <a:ext cx="357470" cy="817026"/>
              <a:chOff x="1651307" y="5140820"/>
              <a:chExt cx="357470" cy="817026"/>
            </a:xfrm>
          </p:grpSpPr>
          <p:sp>
            <p:nvSpPr>
              <p:cNvPr id="55"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56" name="Up Arrow 55"/>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4" name="Rounded Rectangle 33"/>
            <p:cNvSpPr/>
            <p:nvPr/>
          </p:nvSpPr>
          <p:spPr>
            <a:xfrm>
              <a:off x="1589736"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35" name="Rectangle 34"/>
            <p:cNvSpPr/>
            <p:nvPr/>
          </p:nvSpPr>
          <p:spPr>
            <a:xfrm>
              <a:off x="1781300"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36" name="Rounded Rectangle 35"/>
            <p:cNvSpPr/>
            <p:nvPr/>
          </p:nvSpPr>
          <p:spPr>
            <a:xfrm>
              <a:off x="2167227"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37" name="Rectangle 36"/>
            <p:cNvSpPr/>
            <p:nvPr/>
          </p:nvSpPr>
          <p:spPr>
            <a:xfrm>
              <a:off x="2358791"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38" name="Rounded Rectangle 37"/>
            <p:cNvSpPr/>
            <p:nvPr/>
          </p:nvSpPr>
          <p:spPr>
            <a:xfrm>
              <a:off x="2712275"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39" name="Rectangle 38"/>
            <p:cNvSpPr/>
            <p:nvPr/>
          </p:nvSpPr>
          <p:spPr>
            <a:xfrm>
              <a:off x="2903839"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40" name="Rounded Rectangle 39"/>
            <p:cNvSpPr/>
            <p:nvPr/>
          </p:nvSpPr>
          <p:spPr>
            <a:xfrm>
              <a:off x="3717340"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41" name="Rectangle 40"/>
            <p:cNvSpPr/>
            <p:nvPr/>
          </p:nvSpPr>
          <p:spPr>
            <a:xfrm>
              <a:off x="3908904"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42" name="Rectangle 41"/>
            <p:cNvSpPr/>
            <p:nvPr/>
          </p:nvSpPr>
          <p:spPr>
            <a:xfrm>
              <a:off x="3537797" y="417876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3" name="Rounded Rectangle 42"/>
            <p:cNvSpPr/>
            <p:nvPr/>
          </p:nvSpPr>
          <p:spPr>
            <a:xfrm>
              <a:off x="4303211"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44" name="Rectangle 43"/>
            <p:cNvSpPr/>
            <p:nvPr/>
          </p:nvSpPr>
          <p:spPr>
            <a:xfrm>
              <a:off x="4494775"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45" name="Rounded Rectangle 44"/>
            <p:cNvSpPr/>
            <p:nvPr/>
          </p:nvSpPr>
          <p:spPr>
            <a:xfrm>
              <a:off x="4880702" y="452253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46" name="Rectangle 45"/>
            <p:cNvSpPr/>
            <p:nvPr/>
          </p:nvSpPr>
          <p:spPr>
            <a:xfrm>
              <a:off x="5072266" y="415444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47" name="Rounded Rectangle 46"/>
            <p:cNvSpPr/>
            <p:nvPr/>
          </p:nvSpPr>
          <p:spPr>
            <a:xfrm>
              <a:off x="5425750" y="450893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48" name="Rectangle 47"/>
            <p:cNvSpPr/>
            <p:nvPr/>
          </p:nvSpPr>
          <p:spPr>
            <a:xfrm>
              <a:off x="5617314" y="414084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49" name="Group 48"/>
            <p:cNvGrpSpPr/>
            <p:nvPr/>
          </p:nvGrpSpPr>
          <p:grpSpPr>
            <a:xfrm>
              <a:off x="2577804" y="5189024"/>
              <a:ext cx="732573" cy="857806"/>
              <a:chOff x="2577804" y="5189024"/>
              <a:chExt cx="732573" cy="857806"/>
            </a:xfrm>
          </p:grpSpPr>
          <p:sp>
            <p:nvSpPr>
              <p:cNvPr id="53"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54" name="Up Arrow 53"/>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50" name="Group 49"/>
            <p:cNvGrpSpPr/>
            <p:nvPr/>
          </p:nvGrpSpPr>
          <p:grpSpPr>
            <a:xfrm>
              <a:off x="3730169" y="5189024"/>
              <a:ext cx="373500" cy="817026"/>
              <a:chOff x="3730169" y="5189024"/>
              <a:chExt cx="373500" cy="817026"/>
            </a:xfrm>
          </p:grpSpPr>
          <p:sp>
            <p:nvSpPr>
              <p:cNvPr id="51"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52" name="Up Arrow 51"/>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370147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1:</a:t>
            </a:r>
            <a:r>
              <a:rPr lang="en-US" altLang="en-US" sz="2400" dirty="0">
                <a:solidFill>
                  <a:srgbClr val="C00000"/>
                </a:solidFill>
                <a:latin typeface="Arial" panose="020B0604020202020204" pitchFamily="34" charset="0"/>
              </a:rPr>
              <a:t>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&lt; slot[b]</a:t>
            </a:r>
            <a:r>
              <a:rPr lang="en-US" altLang="en-US" sz="2400" dirty="0">
                <a:latin typeface="Arial" panose="020B0604020202020204" pitchFamily="34" charset="0"/>
              </a:rPr>
              <a:t>, there is nothing much to do since smaller element already in correct position (with regard to the merged array)</a:t>
            </a:r>
          </a:p>
          <a:p>
            <a:pPr marL="187325" lvl="1" indent="0">
              <a:lnSpc>
                <a:spcPct val="80000"/>
              </a:lnSpc>
              <a:buNone/>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109" name="Rounded Rectangle 108"/>
          <p:cNvSpPr/>
          <p:nvPr/>
        </p:nvSpPr>
        <p:spPr>
          <a:xfrm>
            <a:off x="1421161"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10" name="Rectangle 109"/>
          <p:cNvSpPr/>
          <p:nvPr/>
        </p:nvSpPr>
        <p:spPr>
          <a:xfrm>
            <a:off x="1612725"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11" name="Rectangle 110"/>
          <p:cNvSpPr/>
          <p:nvPr/>
        </p:nvSpPr>
        <p:spPr>
          <a:xfrm>
            <a:off x="1241618" y="2571807"/>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2" name="Text Box 5"/>
          <p:cNvSpPr txBox="1">
            <a:spLocks noChangeArrowheads="1"/>
          </p:cNvSpPr>
          <p:nvPr/>
        </p:nvSpPr>
        <p:spPr bwMode="gray">
          <a:xfrm>
            <a:off x="1433990" y="3903695"/>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13" name="Up Arrow 112"/>
          <p:cNvSpPr/>
          <p:nvPr/>
        </p:nvSpPr>
        <p:spPr>
          <a:xfrm>
            <a:off x="1543820"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14" name="Rounded Rectangle 113"/>
          <p:cNvSpPr/>
          <p:nvPr/>
        </p:nvSpPr>
        <p:spPr>
          <a:xfrm>
            <a:off x="2007032"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15" name="Rectangle 114"/>
          <p:cNvSpPr/>
          <p:nvPr/>
        </p:nvSpPr>
        <p:spPr>
          <a:xfrm>
            <a:off x="2198596"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16" name="Rounded Rectangle 115"/>
          <p:cNvSpPr/>
          <p:nvPr/>
        </p:nvSpPr>
        <p:spPr>
          <a:xfrm>
            <a:off x="2584523"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17" name="Rectangle 116"/>
          <p:cNvSpPr/>
          <p:nvPr/>
        </p:nvSpPr>
        <p:spPr>
          <a:xfrm>
            <a:off x="2776087"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18" name="Rounded Rectangle 117"/>
          <p:cNvSpPr/>
          <p:nvPr/>
        </p:nvSpPr>
        <p:spPr>
          <a:xfrm>
            <a:off x="3129571" y="290197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19" name="Rectangle 118"/>
          <p:cNvSpPr/>
          <p:nvPr/>
        </p:nvSpPr>
        <p:spPr>
          <a:xfrm>
            <a:off x="3321135" y="25338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20" name="Rounded Rectangle 119"/>
          <p:cNvSpPr/>
          <p:nvPr/>
        </p:nvSpPr>
        <p:spPr>
          <a:xfrm>
            <a:off x="4134636"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21" name="Rectangle 120"/>
          <p:cNvSpPr/>
          <p:nvPr/>
        </p:nvSpPr>
        <p:spPr>
          <a:xfrm>
            <a:off x="4326200"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22" name="Rectangle 121"/>
          <p:cNvSpPr/>
          <p:nvPr/>
        </p:nvSpPr>
        <p:spPr>
          <a:xfrm>
            <a:off x="3955093" y="2571807"/>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3" name="Rounded Rectangle 122"/>
          <p:cNvSpPr/>
          <p:nvPr/>
        </p:nvSpPr>
        <p:spPr>
          <a:xfrm>
            <a:off x="4720507"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24" name="Rectangle 123"/>
          <p:cNvSpPr/>
          <p:nvPr/>
        </p:nvSpPr>
        <p:spPr>
          <a:xfrm>
            <a:off x="4912071"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25" name="Rounded Rectangle 124"/>
          <p:cNvSpPr/>
          <p:nvPr/>
        </p:nvSpPr>
        <p:spPr>
          <a:xfrm>
            <a:off x="5297998" y="291556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26" name="Rectangle 125"/>
          <p:cNvSpPr/>
          <p:nvPr/>
        </p:nvSpPr>
        <p:spPr>
          <a:xfrm>
            <a:off x="5489562" y="254747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27" name="Rounded Rectangle 126"/>
          <p:cNvSpPr/>
          <p:nvPr/>
        </p:nvSpPr>
        <p:spPr>
          <a:xfrm>
            <a:off x="5843046" y="2901972"/>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28" name="Rectangle 127"/>
          <p:cNvSpPr/>
          <p:nvPr/>
        </p:nvSpPr>
        <p:spPr>
          <a:xfrm>
            <a:off x="6034610" y="25338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sp>
        <p:nvSpPr>
          <p:cNvPr id="129" name="Text Box 5"/>
          <p:cNvSpPr txBox="1">
            <a:spLocks noChangeArrowheads="1"/>
          </p:cNvSpPr>
          <p:nvPr/>
        </p:nvSpPr>
        <p:spPr bwMode="gray">
          <a:xfrm>
            <a:off x="2995100" y="3903695"/>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30" name="Up Arrow 129"/>
          <p:cNvSpPr/>
          <p:nvPr/>
        </p:nvSpPr>
        <p:spPr>
          <a:xfrm>
            <a:off x="3271387"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sp>
        <p:nvSpPr>
          <p:cNvPr id="131" name="Text Box 5"/>
          <p:cNvSpPr txBox="1">
            <a:spLocks noChangeArrowheads="1"/>
          </p:cNvSpPr>
          <p:nvPr/>
        </p:nvSpPr>
        <p:spPr bwMode="gray">
          <a:xfrm>
            <a:off x="4147465" y="3903695"/>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32" name="Up Arrow 131"/>
          <p:cNvSpPr/>
          <p:nvPr/>
        </p:nvSpPr>
        <p:spPr>
          <a:xfrm>
            <a:off x="4257295" y="3582062"/>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nvGrpSpPr>
          <p:cNvPr id="137" name="Group 136"/>
          <p:cNvGrpSpPr/>
          <p:nvPr/>
        </p:nvGrpSpPr>
        <p:grpSpPr>
          <a:xfrm>
            <a:off x="1522412" y="5569815"/>
            <a:ext cx="357470" cy="817026"/>
            <a:chOff x="1651307" y="5140820"/>
            <a:chExt cx="357470" cy="817026"/>
          </a:xfrm>
        </p:grpSpPr>
        <p:sp>
          <p:nvSpPr>
            <p:cNvPr id="159" name="Text Box 5"/>
            <p:cNvSpPr txBox="1">
              <a:spLocks noChangeArrowheads="1"/>
            </p:cNvSpPr>
            <p:nvPr/>
          </p:nvSpPr>
          <p:spPr bwMode="gray">
            <a:xfrm>
              <a:off x="1651307" y="546245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60" name="Up Arrow 159"/>
            <p:cNvSpPr/>
            <p:nvPr/>
          </p:nvSpPr>
          <p:spPr>
            <a:xfrm>
              <a:off x="1731972" y="514082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4" name="Group 3"/>
          <p:cNvGrpSpPr/>
          <p:nvPr/>
        </p:nvGrpSpPr>
        <p:grpSpPr>
          <a:xfrm>
            <a:off x="1272818" y="4529058"/>
            <a:ext cx="5322615" cy="983304"/>
            <a:chOff x="1272818" y="4529058"/>
            <a:chExt cx="5322615" cy="983304"/>
          </a:xfrm>
        </p:grpSpPr>
        <p:sp>
          <p:nvSpPr>
            <p:cNvPr id="134" name="Rounded Rectangle 133"/>
            <p:cNvSpPr/>
            <p:nvPr/>
          </p:nvSpPr>
          <p:spPr>
            <a:xfrm>
              <a:off x="1452361" y="4910746"/>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135" name="Rectangle 134"/>
            <p:cNvSpPr/>
            <p:nvPr/>
          </p:nvSpPr>
          <p:spPr>
            <a:xfrm>
              <a:off x="1643925"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36" name="Rectangle 135"/>
            <p:cNvSpPr/>
            <p:nvPr/>
          </p:nvSpPr>
          <p:spPr>
            <a:xfrm>
              <a:off x="1272818" y="456698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8" name="Rounded Rectangle 137"/>
            <p:cNvSpPr/>
            <p:nvPr/>
          </p:nvSpPr>
          <p:spPr>
            <a:xfrm>
              <a:off x="2038232"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39" name="Rectangle 138"/>
            <p:cNvSpPr/>
            <p:nvPr/>
          </p:nvSpPr>
          <p:spPr>
            <a:xfrm>
              <a:off x="2229796"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40" name="Rounded Rectangle 139"/>
            <p:cNvSpPr/>
            <p:nvPr/>
          </p:nvSpPr>
          <p:spPr>
            <a:xfrm>
              <a:off x="2615723"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41" name="Rectangle 140"/>
            <p:cNvSpPr/>
            <p:nvPr/>
          </p:nvSpPr>
          <p:spPr>
            <a:xfrm>
              <a:off x="2807287"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42" name="Rounded Rectangle 141"/>
            <p:cNvSpPr/>
            <p:nvPr/>
          </p:nvSpPr>
          <p:spPr>
            <a:xfrm>
              <a:off x="3160771" y="489714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43" name="Rectangle 142"/>
            <p:cNvSpPr/>
            <p:nvPr/>
          </p:nvSpPr>
          <p:spPr>
            <a:xfrm>
              <a:off x="3352335" y="45290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44" name="Rounded Rectangle 143"/>
            <p:cNvSpPr/>
            <p:nvPr/>
          </p:nvSpPr>
          <p:spPr>
            <a:xfrm>
              <a:off x="4165836"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45" name="Rectangle 144"/>
            <p:cNvSpPr/>
            <p:nvPr/>
          </p:nvSpPr>
          <p:spPr>
            <a:xfrm>
              <a:off x="4357400"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46" name="Rectangle 145"/>
            <p:cNvSpPr/>
            <p:nvPr/>
          </p:nvSpPr>
          <p:spPr>
            <a:xfrm>
              <a:off x="3986293" y="4566984"/>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7" name="Rounded Rectangle 146"/>
            <p:cNvSpPr/>
            <p:nvPr/>
          </p:nvSpPr>
          <p:spPr>
            <a:xfrm>
              <a:off x="4751707"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48" name="Rectangle 147"/>
            <p:cNvSpPr/>
            <p:nvPr/>
          </p:nvSpPr>
          <p:spPr>
            <a:xfrm>
              <a:off x="4943271"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49" name="Rounded Rectangle 148"/>
            <p:cNvSpPr/>
            <p:nvPr/>
          </p:nvSpPr>
          <p:spPr>
            <a:xfrm>
              <a:off x="5329198" y="491074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50" name="Rectangle 149"/>
            <p:cNvSpPr/>
            <p:nvPr/>
          </p:nvSpPr>
          <p:spPr>
            <a:xfrm>
              <a:off x="5520762" y="454265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51" name="Rounded Rectangle 150"/>
            <p:cNvSpPr/>
            <p:nvPr/>
          </p:nvSpPr>
          <p:spPr>
            <a:xfrm>
              <a:off x="5874246" y="4897149"/>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52" name="Rectangle 151"/>
            <p:cNvSpPr/>
            <p:nvPr/>
          </p:nvSpPr>
          <p:spPr>
            <a:xfrm>
              <a:off x="6065810" y="452905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153" name="Group 152"/>
          <p:cNvGrpSpPr/>
          <p:nvPr/>
        </p:nvGrpSpPr>
        <p:grpSpPr>
          <a:xfrm>
            <a:off x="3026300" y="5577239"/>
            <a:ext cx="732573" cy="857806"/>
            <a:chOff x="2577804" y="5189024"/>
            <a:chExt cx="732573" cy="857806"/>
          </a:xfrm>
        </p:grpSpPr>
        <p:sp>
          <p:nvSpPr>
            <p:cNvPr id="15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58" name="Up Arrow 15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54" name="Group 153"/>
          <p:cNvGrpSpPr/>
          <p:nvPr/>
        </p:nvGrpSpPr>
        <p:grpSpPr>
          <a:xfrm>
            <a:off x="4178665" y="5577239"/>
            <a:ext cx="373500" cy="817026"/>
            <a:chOff x="3730169" y="5189024"/>
            <a:chExt cx="373500" cy="817026"/>
          </a:xfrm>
        </p:grpSpPr>
        <p:sp>
          <p:nvSpPr>
            <p:cNvPr id="155"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56" name="Up Arrow 155"/>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55862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09"/>
                                        </p:tgtEl>
                                      </p:cBhvr>
                                    </p:animEffect>
                                    <p:animScale>
                                      <p:cBhvr>
                                        <p:cTn id="7" dur="250" autoRev="1" fill="hold"/>
                                        <p:tgtEl>
                                          <p:spTgt spid="109"/>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120"/>
                                        </p:tgtEl>
                                      </p:cBhvr>
                                    </p:animEffect>
                                    <p:animScale>
                                      <p:cBhvr>
                                        <p:cTn id="10" dur="250" autoRev="1" fill="hold"/>
                                        <p:tgtEl>
                                          <p:spTgt spid="120"/>
                                        </p:tgtEl>
                                      </p:cBhvr>
                                      <p:by x="105000" y="105000"/>
                                    </p:animScale>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53"/>
                                        </p:tgtEl>
                                        <p:attrNameLst>
                                          <p:attrName>style.visibility</p:attrName>
                                        </p:attrNameLst>
                                      </p:cBhvr>
                                      <p:to>
                                        <p:strVal val="visible"/>
                                      </p:to>
                                    </p:set>
                                    <p:animEffect transition="in" filter="fade">
                                      <p:cBhvr>
                                        <p:cTn id="20" dur="500"/>
                                        <p:tgtEl>
                                          <p:spTgt spid="153"/>
                                        </p:tgtEl>
                                      </p:cBhvr>
                                    </p:animEffect>
                                  </p:childTnLst>
                                </p:cTn>
                              </p:par>
                              <p:par>
                                <p:cTn id="21" presetID="10" presetClass="entr" presetSubtype="0" fill="hold" nodeType="withEffect">
                                  <p:stCondLst>
                                    <p:cond delay="0"/>
                                  </p:stCondLst>
                                  <p:childTnLst>
                                    <p:set>
                                      <p:cBhvr>
                                        <p:cTn id="22" dur="1" fill="hold">
                                          <p:stCondLst>
                                            <p:cond delay="0"/>
                                          </p:stCondLst>
                                        </p:cTn>
                                        <p:tgtEl>
                                          <p:spTgt spid="154"/>
                                        </p:tgtEl>
                                        <p:attrNameLst>
                                          <p:attrName>style.visibility</p:attrName>
                                        </p:attrNameLst>
                                      </p:cBhvr>
                                      <p:to>
                                        <p:strVal val="visible"/>
                                      </p:to>
                                    </p:set>
                                    <p:animEffect transition="in" filter="fade">
                                      <p:cBhvr>
                                        <p:cTn id="23" dur="500"/>
                                        <p:tgtEl>
                                          <p:spTgt spid="154"/>
                                        </p:tgtEl>
                                      </p:cBhvr>
                                    </p:animEffect>
                                  </p:childTnLst>
                                </p:cTn>
                              </p:par>
                              <p:par>
                                <p:cTn id="24" presetID="10" presetClass="entr" presetSubtype="0" fill="hold" nodeType="withEffect">
                                  <p:stCondLst>
                                    <p:cond delay="0"/>
                                  </p:stCondLst>
                                  <p:childTnLst>
                                    <p:set>
                                      <p:cBhvr>
                                        <p:cTn id="25" dur="1" fill="hold">
                                          <p:stCondLst>
                                            <p:cond delay="0"/>
                                          </p:stCondLst>
                                        </p:cTn>
                                        <p:tgtEl>
                                          <p:spTgt spid="137"/>
                                        </p:tgtEl>
                                        <p:attrNameLst>
                                          <p:attrName>style.visibility</p:attrName>
                                        </p:attrNameLst>
                                      </p:cBhvr>
                                      <p:to>
                                        <p:strVal val="visible"/>
                                      </p:to>
                                    </p:set>
                                    <p:animEffect transition="in" filter="fade">
                                      <p:cBhvr>
                                        <p:cTn id="26" dur="500"/>
                                        <p:tgtEl>
                                          <p:spTgt spid="137"/>
                                        </p:tgtEl>
                                      </p:cBhvr>
                                    </p:animEffect>
                                  </p:childTnLst>
                                </p:cTn>
                              </p:par>
                            </p:childTnLst>
                          </p:cTn>
                        </p:par>
                      </p:childTnLst>
                    </p:cTn>
                  </p:par>
                  <p:par>
                    <p:cTn id="27" fill="hold">
                      <p:stCondLst>
                        <p:cond delay="indefinite"/>
                      </p:stCondLst>
                      <p:childTnLst>
                        <p:par>
                          <p:cTn id="28" fill="hold">
                            <p:stCondLst>
                              <p:cond delay="0"/>
                            </p:stCondLst>
                            <p:childTnLst>
                              <p:par>
                                <p:cTn id="29" presetID="63" presetClass="path" presetSubtype="0" accel="50000" decel="50000" fill="hold" nodeType="clickEffect">
                                  <p:stCondLst>
                                    <p:cond delay="0"/>
                                  </p:stCondLst>
                                  <p:childTnLst>
                                    <p:animMotion origin="layout" path="M 3.55883E-7 7.40741E-7 L 0.05354 7.40741E-7 " pathEditMode="relative" rAng="0" ptsTypes="AA">
                                      <p:cBhvr>
                                        <p:cTn id="30" dur="2000" fill="hold"/>
                                        <p:tgtEl>
                                          <p:spTgt spid="137"/>
                                        </p:tgtEl>
                                        <p:attrNameLst>
                                          <p:attrName>ppt_x</p:attrName>
                                          <p:attrName>ppt_y</p:attrName>
                                        </p:attrNameLst>
                                      </p:cBhvr>
                                      <p:rCtr x="2677"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 grpId="0" animBg="1"/>
      <p:bldP spid="120" grpId="0" animBg="1"/>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2: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&gt; slot[b]</a:t>
            </a:r>
            <a:r>
              <a:rPr lang="en-US" altLang="en-US" sz="2400" dirty="0">
                <a:latin typeface="Arial" panose="020B0604020202020204" pitchFamily="34" charset="0"/>
              </a:rPr>
              <a:t>, then Right-shift (by one) elements of left subarray from index </a:t>
            </a:r>
            <a:r>
              <a:rPr lang="en-US" altLang="en-US" sz="2400" dirty="0">
                <a:solidFill>
                  <a:srgbClr val="0000FF"/>
                </a:solidFill>
                <a:latin typeface="Arial" panose="020B0604020202020204" pitchFamily="34" charset="0"/>
              </a:rPr>
              <a:t>a</a:t>
            </a:r>
            <a:r>
              <a:rPr lang="en-US" altLang="en-US" sz="2400" dirty="0">
                <a:latin typeface="Arial" panose="020B0604020202020204" pitchFamily="34" charset="0"/>
              </a:rPr>
              <a:t> to ‘</a:t>
            </a:r>
            <a:r>
              <a:rPr lang="en-US" altLang="en-US" sz="2400" dirty="0">
                <a:solidFill>
                  <a:srgbClr val="0000FF"/>
                </a:solidFill>
                <a:latin typeface="Arial" panose="020B0604020202020204" pitchFamily="34" charset="0"/>
              </a:rPr>
              <a:t>mid</a:t>
            </a:r>
            <a:r>
              <a:rPr lang="en-US" altLang="en-US" sz="2400" dirty="0">
                <a:latin typeface="Arial" panose="020B0604020202020204" pitchFamily="34" charset="0"/>
              </a:rPr>
              <a:t>’ and insert element at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into </a:t>
            </a:r>
            <a:r>
              <a:rPr lang="en-US" altLang="en-US" sz="2400" dirty="0">
                <a:solidFill>
                  <a:srgbClr val="0000FF"/>
                </a:solidFill>
                <a:latin typeface="Arial" panose="020B0604020202020204" pitchFamily="34" charset="0"/>
              </a:rPr>
              <a:t>slot[a]</a:t>
            </a: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47675" lvl="1" indent="-260350">
              <a:lnSpc>
                <a:spcPct val="80000"/>
              </a:lnSpc>
            </a:pPr>
            <a:endParaRPr lang="en-US" altLang="en-US" sz="2400"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57" name="Rounded Rectangle 56"/>
          <p:cNvSpPr/>
          <p:nvPr/>
        </p:nvSpPr>
        <p:spPr>
          <a:xfrm>
            <a:off x="1426880"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58" name="Rectangle 57"/>
          <p:cNvSpPr/>
          <p:nvPr/>
        </p:nvSpPr>
        <p:spPr>
          <a:xfrm>
            <a:off x="1618444"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59" name="Rectangle 58"/>
          <p:cNvSpPr/>
          <p:nvPr/>
        </p:nvSpPr>
        <p:spPr>
          <a:xfrm>
            <a:off x="1247337" y="25525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p:cNvSpPr/>
          <p:nvPr/>
        </p:nvSpPr>
        <p:spPr>
          <a:xfrm>
            <a:off x="2012751"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1" name="Rectangle 60"/>
          <p:cNvSpPr/>
          <p:nvPr/>
        </p:nvSpPr>
        <p:spPr>
          <a:xfrm>
            <a:off x="2204315"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2" name="Rounded Rectangle 61"/>
          <p:cNvSpPr/>
          <p:nvPr/>
        </p:nvSpPr>
        <p:spPr>
          <a:xfrm>
            <a:off x="2590242"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3" name="Rectangle 62"/>
          <p:cNvSpPr/>
          <p:nvPr/>
        </p:nvSpPr>
        <p:spPr>
          <a:xfrm>
            <a:off x="2781806"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4" name="Rounded Rectangle 63"/>
          <p:cNvSpPr/>
          <p:nvPr/>
        </p:nvSpPr>
        <p:spPr>
          <a:xfrm>
            <a:off x="3135290" y="28826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5" name="Rectangle 64"/>
          <p:cNvSpPr/>
          <p:nvPr/>
        </p:nvSpPr>
        <p:spPr>
          <a:xfrm>
            <a:off x="3326854" y="25146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66" name="Rounded Rectangle 65"/>
          <p:cNvSpPr/>
          <p:nvPr/>
        </p:nvSpPr>
        <p:spPr>
          <a:xfrm>
            <a:off x="4140355"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
        <p:nvSpPr>
          <p:cNvPr id="67" name="Rectangle 66"/>
          <p:cNvSpPr/>
          <p:nvPr/>
        </p:nvSpPr>
        <p:spPr>
          <a:xfrm>
            <a:off x="4331919"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68" name="Rectangle 67"/>
          <p:cNvSpPr/>
          <p:nvPr/>
        </p:nvSpPr>
        <p:spPr>
          <a:xfrm>
            <a:off x="3960812" y="2552526"/>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ounded Rectangle 68"/>
          <p:cNvSpPr/>
          <p:nvPr/>
        </p:nvSpPr>
        <p:spPr>
          <a:xfrm>
            <a:off x="4726226"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0" name="Rectangle 69"/>
          <p:cNvSpPr/>
          <p:nvPr/>
        </p:nvSpPr>
        <p:spPr>
          <a:xfrm>
            <a:off x="4917790"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1" name="Rounded Rectangle 70"/>
          <p:cNvSpPr/>
          <p:nvPr/>
        </p:nvSpPr>
        <p:spPr>
          <a:xfrm>
            <a:off x="5303717" y="2896288"/>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2" name="Rectangle 71"/>
          <p:cNvSpPr/>
          <p:nvPr/>
        </p:nvSpPr>
        <p:spPr>
          <a:xfrm>
            <a:off x="5495281" y="252819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3" name="Rounded Rectangle 72"/>
          <p:cNvSpPr/>
          <p:nvPr/>
        </p:nvSpPr>
        <p:spPr>
          <a:xfrm>
            <a:off x="5848765" y="288269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4" name="Rectangle 73"/>
          <p:cNvSpPr/>
          <p:nvPr/>
        </p:nvSpPr>
        <p:spPr>
          <a:xfrm>
            <a:off x="6040329" y="25146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75" name="Group 74"/>
          <p:cNvGrpSpPr/>
          <p:nvPr/>
        </p:nvGrpSpPr>
        <p:grpSpPr>
          <a:xfrm>
            <a:off x="4162424" y="3562781"/>
            <a:ext cx="373500" cy="817026"/>
            <a:chOff x="3739409" y="5189024"/>
            <a:chExt cx="373500" cy="817026"/>
          </a:xfrm>
        </p:grpSpPr>
        <p:sp>
          <p:nvSpPr>
            <p:cNvPr id="76" name="Text Box 5"/>
            <p:cNvSpPr txBox="1">
              <a:spLocks noChangeArrowheads="1"/>
            </p:cNvSpPr>
            <p:nvPr/>
          </p:nvSpPr>
          <p:spPr bwMode="gray">
            <a:xfrm>
              <a:off x="373940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77" name="Up Arrow 76"/>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78" name="Group 77"/>
          <p:cNvGrpSpPr/>
          <p:nvPr/>
        </p:nvGrpSpPr>
        <p:grpSpPr>
          <a:xfrm>
            <a:off x="1475937" y="3555357"/>
            <a:ext cx="357470" cy="817026"/>
            <a:chOff x="1012542" y="5181600"/>
            <a:chExt cx="357470" cy="817026"/>
          </a:xfrm>
        </p:grpSpPr>
        <p:sp>
          <p:nvSpPr>
            <p:cNvPr id="79"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0" name="Up Arrow 79"/>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81" name="Group 80"/>
          <p:cNvGrpSpPr/>
          <p:nvPr/>
        </p:nvGrpSpPr>
        <p:grpSpPr>
          <a:xfrm>
            <a:off x="1247337" y="4487122"/>
            <a:ext cx="5322615" cy="1905987"/>
            <a:chOff x="828597" y="4189933"/>
            <a:chExt cx="5322615" cy="1905987"/>
          </a:xfrm>
        </p:grpSpPr>
        <p:sp>
          <p:nvSpPr>
            <p:cNvPr id="82" name="Rounded Rectangle 81"/>
            <p:cNvSpPr/>
            <p:nvPr/>
          </p:nvSpPr>
          <p:spPr>
            <a:xfrm>
              <a:off x="1008140"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83" name="Rectangle 82"/>
            <p:cNvSpPr/>
            <p:nvPr/>
          </p:nvSpPr>
          <p:spPr>
            <a:xfrm>
              <a:off x="1199704"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84" name="Rectangle 83"/>
            <p:cNvSpPr/>
            <p:nvPr/>
          </p:nvSpPr>
          <p:spPr>
            <a:xfrm>
              <a:off x="828597"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5" name="Rounded Rectangle 84"/>
            <p:cNvSpPr/>
            <p:nvPr/>
          </p:nvSpPr>
          <p:spPr>
            <a:xfrm>
              <a:off x="1594011"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86" name="Rectangle 85"/>
            <p:cNvSpPr/>
            <p:nvPr/>
          </p:nvSpPr>
          <p:spPr>
            <a:xfrm>
              <a:off x="1785575"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87" name="Rounded Rectangle 86"/>
            <p:cNvSpPr/>
            <p:nvPr/>
          </p:nvSpPr>
          <p:spPr>
            <a:xfrm>
              <a:off x="2171502"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88" name="Rectangle 87"/>
            <p:cNvSpPr/>
            <p:nvPr/>
          </p:nvSpPr>
          <p:spPr>
            <a:xfrm>
              <a:off x="2363066"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89" name="Rounded Rectangle 88"/>
            <p:cNvSpPr/>
            <p:nvPr/>
          </p:nvSpPr>
          <p:spPr>
            <a:xfrm>
              <a:off x="2716550"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90" name="Rectangle 89"/>
            <p:cNvSpPr/>
            <p:nvPr/>
          </p:nvSpPr>
          <p:spPr>
            <a:xfrm>
              <a:off x="2908114"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91" name="Rounded Rectangle 90"/>
            <p:cNvSpPr/>
            <p:nvPr/>
          </p:nvSpPr>
          <p:spPr>
            <a:xfrm>
              <a:off x="3721615"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92" name="Rectangle 91"/>
            <p:cNvSpPr/>
            <p:nvPr/>
          </p:nvSpPr>
          <p:spPr>
            <a:xfrm>
              <a:off x="3913179"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93" name="Rectangle 92"/>
            <p:cNvSpPr/>
            <p:nvPr/>
          </p:nvSpPr>
          <p:spPr>
            <a:xfrm>
              <a:off x="3542072" y="422785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Rounded Rectangle 93"/>
            <p:cNvSpPr/>
            <p:nvPr/>
          </p:nvSpPr>
          <p:spPr>
            <a:xfrm>
              <a:off x="4307486"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95" name="Rectangle 94"/>
            <p:cNvSpPr/>
            <p:nvPr/>
          </p:nvSpPr>
          <p:spPr>
            <a:xfrm>
              <a:off x="4499050"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96" name="Rounded Rectangle 95"/>
            <p:cNvSpPr/>
            <p:nvPr/>
          </p:nvSpPr>
          <p:spPr>
            <a:xfrm>
              <a:off x="4884977" y="457162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97" name="Rectangle 96"/>
            <p:cNvSpPr/>
            <p:nvPr/>
          </p:nvSpPr>
          <p:spPr>
            <a:xfrm>
              <a:off x="5076541" y="420353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98" name="Rounded Rectangle 97"/>
            <p:cNvSpPr/>
            <p:nvPr/>
          </p:nvSpPr>
          <p:spPr>
            <a:xfrm>
              <a:off x="5430025" y="455802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99" name="Rectangle 98"/>
            <p:cNvSpPr/>
            <p:nvPr/>
          </p:nvSpPr>
          <p:spPr>
            <a:xfrm>
              <a:off x="5621589" y="418993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100" name="Group 99"/>
            <p:cNvGrpSpPr/>
            <p:nvPr/>
          </p:nvGrpSpPr>
          <p:grpSpPr>
            <a:xfrm>
              <a:off x="3654147" y="5238114"/>
              <a:ext cx="732573" cy="857806"/>
              <a:chOff x="2577804" y="5189024"/>
              <a:chExt cx="732573" cy="857806"/>
            </a:xfrm>
          </p:grpSpPr>
          <p:sp>
            <p:nvSpPr>
              <p:cNvPr id="107"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08" name="Up Arrow 107"/>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1" name="Group 100"/>
            <p:cNvGrpSpPr/>
            <p:nvPr/>
          </p:nvGrpSpPr>
          <p:grpSpPr>
            <a:xfrm>
              <a:off x="4354892" y="5238114"/>
              <a:ext cx="373500" cy="809601"/>
              <a:chOff x="3743249" y="5189024"/>
              <a:chExt cx="373500" cy="809601"/>
            </a:xfrm>
          </p:grpSpPr>
          <p:sp>
            <p:nvSpPr>
              <p:cNvPr id="105" name="Text Box 5"/>
              <p:cNvSpPr txBox="1">
                <a:spLocks noChangeArrowheads="1"/>
              </p:cNvSpPr>
              <p:nvPr/>
            </p:nvSpPr>
            <p:spPr bwMode="gray">
              <a:xfrm>
                <a:off x="3743249" y="5503232"/>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06" name="Up Arrow 105"/>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02" name="Group 101"/>
            <p:cNvGrpSpPr/>
            <p:nvPr/>
          </p:nvGrpSpPr>
          <p:grpSpPr>
            <a:xfrm>
              <a:off x="1736802" y="5230690"/>
              <a:ext cx="357470" cy="817026"/>
              <a:chOff x="1692147" y="5181600"/>
              <a:chExt cx="357470" cy="817026"/>
            </a:xfrm>
          </p:grpSpPr>
          <p:sp>
            <p:nvSpPr>
              <p:cNvPr id="103" name="Text Box 5"/>
              <p:cNvSpPr txBox="1">
                <a:spLocks noChangeArrowheads="1"/>
              </p:cNvSpPr>
              <p:nvPr/>
            </p:nvSpPr>
            <p:spPr bwMode="gray">
              <a:xfrm>
                <a:off x="169214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04" name="Up Arrow 103"/>
              <p:cNvSpPr/>
              <p:nvPr/>
            </p:nvSpPr>
            <p:spPr>
              <a:xfrm>
                <a:off x="177281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sp>
        <p:nvSpPr>
          <p:cNvPr id="3" name="Rectangle 2"/>
          <p:cNvSpPr/>
          <p:nvPr/>
        </p:nvSpPr>
        <p:spPr>
          <a:xfrm>
            <a:off x="1247337" y="2544516"/>
            <a:ext cx="2614784" cy="1027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ounded Rectangle 3">
            <a:extLst>
              <a:ext uri="{FF2B5EF4-FFF2-40B4-BE49-F238E27FC236}">
                <a16:creationId xmlns:a16="http://schemas.microsoft.com/office/drawing/2014/main" id="{0253E1F2-0AFE-06B9-B90C-583634CF2D3A}"/>
              </a:ext>
            </a:extLst>
          </p:cNvPr>
          <p:cNvSpPr/>
          <p:nvPr/>
        </p:nvSpPr>
        <p:spPr>
          <a:xfrm>
            <a:off x="1424612" y="4876800"/>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3</a:t>
            </a:r>
          </a:p>
        </p:txBody>
      </p:sp>
    </p:spTree>
    <p:extLst>
      <p:ext uri="{BB962C8B-B14F-4D97-AF65-F5344CB8AC3E}">
        <p14:creationId xmlns:p14="http://schemas.microsoft.com/office/powerpoint/2010/main" val="2706341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57"/>
                                        </p:tgtEl>
                                      </p:cBhvr>
                                    </p:animEffect>
                                    <p:animScale>
                                      <p:cBhvr>
                                        <p:cTn id="7" dur="250" autoRev="1" fill="hold"/>
                                        <p:tgtEl>
                                          <p:spTgt spid="57"/>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78"/>
                                        </p:tgtEl>
                                      </p:cBhvr>
                                    </p:animEffect>
                                    <p:animScale>
                                      <p:cBhvr>
                                        <p:cTn id="10" dur="250" autoRev="1" fill="hold"/>
                                        <p:tgtEl>
                                          <p:spTgt spid="78"/>
                                        </p:tgtEl>
                                      </p:cBhvr>
                                      <p:by x="105000" y="105000"/>
                                    </p:animScale>
                                  </p:childTnLst>
                                </p:cTn>
                              </p:par>
                              <p:par>
                                <p:cTn id="11" presetID="26" presetClass="emph" presetSubtype="0" fill="hold" grpId="0" nodeType="withEffect">
                                  <p:stCondLst>
                                    <p:cond delay="0"/>
                                  </p:stCondLst>
                                  <p:childTnLst>
                                    <p:animEffect transition="out" filter="fade">
                                      <p:cBhvr>
                                        <p:cTn id="12" dur="500" tmFilter="0, 0; .2, .5; .8, .5; 1, 0"/>
                                        <p:tgtEl>
                                          <p:spTgt spid="66"/>
                                        </p:tgtEl>
                                      </p:cBhvr>
                                    </p:animEffect>
                                    <p:animScale>
                                      <p:cBhvr>
                                        <p:cTn id="13" dur="250" autoRev="1" fill="hold"/>
                                        <p:tgtEl>
                                          <p:spTgt spid="66"/>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75"/>
                                        </p:tgtEl>
                                      </p:cBhvr>
                                    </p:animEffect>
                                    <p:animScale>
                                      <p:cBhvr>
                                        <p:cTn id="16" dur="250" autoRev="1" fill="hold"/>
                                        <p:tgtEl>
                                          <p:spTgt spid="75"/>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81"/>
                                        </p:tgtEl>
                                        <p:attrNameLst>
                                          <p:attrName>style.visibility</p:attrName>
                                        </p:attrNameLst>
                                      </p:cBhvr>
                                      <p:to>
                                        <p:strVal val="visible"/>
                                      </p:to>
                                    </p:set>
                                    <p:animEffect transition="in" filter="fade">
                                      <p:cBhvr>
                                        <p:cTn id="21" dur="500"/>
                                        <p:tgtEl>
                                          <p:spTgt spid="8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1" nodeType="clickEffect">
                                  <p:stCondLst>
                                    <p:cond delay="0"/>
                                  </p:stCondLst>
                                  <p:childTnLst>
                                    <p:set>
                                      <p:cBhvr>
                                        <p:cTn id="25" dur="1" fill="hold">
                                          <p:stCondLst>
                                            <p:cond delay="0"/>
                                          </p:stCondLst>
                                        </p:cTn>
                                        <p:tgtEl>
                                          <p:spTgt spid="3"/>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42" presetClass="path" presetSubtype="0" accel="50000" decel="50000" fill="hold" grpId="0" nodeType="clickEffect">
                                  <p:stCondLst>
                                    <p:cond delay="0"/>
                                  </p:stCondLst>
                                  <p:childTnLst>
                                    <p:animMotion origin="layout" path="M -0.00129 0.01088 L 0.07807 0.2875 " pathEditMode="relative" rAng="0" ptsTypes="AA">
                                      <p:cBhvr>
                                        <p:cTn id="29" dur="2000" fill="hold"/>
                                        <p:tgtEl>
                                          <p:spTgt spid="3"/>
                                        </p:tgtEl>
                                        <p:attrNameLst>
                                          <p:attrName>ppt_x</p:attrName>
                                          <p:attrName>ppt_y</p:attrName>
                                        </p:attrNameLst>
                                      </p:cBhvr>
                                      <p:rCtr x="3960" y="13819"/>
                                    </p:animMotion>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6" grpId="0" animBg="1"/>
      <p:bldP spid="3" grpId="0" animBg="1"/>
      <p:bldP spid="3" grpId="1" animBg="1"/>
      <p:bldP spid="4"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err="1">
                <a:latin typeface="Arial" panose="020B0604020202020204" pitchFamily="34" charset="0"/>
              </a:rPr>
              <a:t>Mergesort</a:t>
            </a:r>
            <a:r>
              <a:rPr lang="en-US" altLang="en-US" dirty="0">
                <a:latin typeface="Arial" panose="020B0604020202020204" pitchFamily="34" charset="0"/>
              </a:rPr>
              <a:t> Algorithm (Recap)</a:t>
            </a:r>
          </a:p>
        </p:txBody>
      </p:sp>
      <p:sp>
        <p:nvSpPr>
          <p:cNvPr id="94211" name="Rectangle 3"/>
          <p:cNvSpPr>
            <a:spLocks noGrp="1" noChangeArrowheads="1"/>
          </p:cNvSpPr>
          <p:nvPr>
            <p:ph sz="quarter" idx="17"/>
          </p:nvPr>
        </p:nvSpPr>
        <p:spPr>
          <a:xfrm>
            <a:off x="366617" y="1471612"/>
            <a:ext cx="9041068" cy="5005387"/>
          </a:xfrm>
        </p:spPr>
        <p:txBody>
          <a:bodyPr/>
          <a:lstStyle/>
          <a:p>
            <a:pPr marL="187325" lvl="1" indent="0">
              <a:lnSpc>
                <a:spcPct val="80000"/>
              </a:lnSpc>
              <a:buNone/>
            </a:pPr>
            <a:r>
              <a:rPr lang="en-US" altLang="en-US" sz="2400" b="1" dirty="0">
                <a:solidFill>
                  <a:srgbClr val="C00000"/>
                </a:solidFill>
                <a:latin typeface="Arial" panose="020B0604020202020204" pitchFamily="34" charset="0"/>
              </a:rPr>
              <a:t>Case 3:</a:t>
            </a:r>
            <a:r>
              <a:rPr lang="en-US" altLang="en-US" sz="2400" dirty="0">
                <a:solidFill>
                  <a:srgbClr val="C00000"/>
                </a:solidFill>
                <a:latin typeface="Arial" panose="020B0604020202020204" pitchFamily="34" charset="0"/>
              </a:rPr>
              <a:t> </a:t>
            </a:r>
            <a:r>
              <a:rPr lang="en-US" altLang="en-US" sz="2400" dirty="0">
                <a:latin typeface="Arial" panose="020B0604020202020204" pitchFamily="34" charset="0"/>
              </a:rPr>
              <a:t>if </a:t>
            </a:r>
            <a:r>
              <a:rPr lang="en-US" altLang="en-US" sz="2400" dirty="0">
                <a:solidFill>
                  <a:srgbClr val="0000FF"/>
                </a:solidFill>
                <a:latin typeface="Arial" panose="020B0604020202020204" pitchFamily="34" charset="0"/>
              </a:rPr>
              <a:t>slot[a] == slot[b]</a:t>
            </a:r>
            <a:r>
              <a:rPr lang="en-US" altLang="en-US" sz="2400" dirty="0">
                <a:latin typeface="Arial" panose="020B0604020202020204" pitchFamily="34" charset="0"/>
              </a:rPr>
              <a:t>, then </a:t>
            </a: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is in the correct position. So, move </a:t>
            </a:r>
            <a:r>
              <a:rPr lang="en-US" altLang="en-US" sz="2400" dirty="0">
                <a:solidFill>
                  <a:srgbClr val="0000FF"/>
                </a:solidFill>
                <a:latin typeface="Arial" panose="020B0604020202020204" pitchFamily="34" charset="0"/>
              </a:rPr>
              <a:t>slot[b]</a:t>
            </a:r>
            <a:r>
              <a:rPr lang="en-US" altLang="en-US" sz="2400" dirty="0">
                <a:latin typeface="Arial" panose="020B0604020202020204" pitchFamily="34" charset="0"/>
              </a:rPr>
              <a:t> next to beside </a:t>
            </a:r>
            <a:r>
              <a:rPr lang="en-US" altLang="en-US" sz="2400" dirty="0">
                <a:solidFill>
                  <a:srgbClr val="0000FF"/>
                </a:solidFill>
                <a:latin typeface="Arial" panose="020B0604020202020204" pitchFamily="34" charset="0"/>
              </a:rPr>
              <a:t>slot[a]</a:t>
            </a:r>
            <a:r>
              <a:rPr lang="en-US" altLang="en-US" sz="2400" dirty="0">
                <a:latin typeface="Arial" panose="020B0604020202020204" pitchFamily="34" charset="0"/>
              </a:rPr>
              <a:t>, by Right-shifting and swapping</a:t>
            </a:r>
            <a:endParaRPr lang="en-US" altLang="en-US" sz="2400" dirty="0"/>
          </a:p>
          <a:p>
            <a:pPr marL="530225" lvl="1" indent="-34290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latin typeface="Arial" panose="020B0604020202020204" pitchFamily="34" charset="0"/>
            </a:endParaRPr>
          </a:p>
          <a:p>
            <a:pPr marL="447675" lvl="1" indent="-260350">
              <a:lnSpc>
                <a:spcPct val="80000"/>
              </a:lnSpc>
            </a:pPr>
            <a:endParaRPr lang="en-US" altLang="en-US" sz="2400" dirty="0"/>
          </a:p>
          <a:p>
            <a:pPr marL="187325" lvl="1" indent="0">
              <a:lnSpc>
                <a:spcPct val="80000"/>
              </a:lnSpc>
              <a:buNone/>
            </a:pPr>
            <a:endParaRPr lang="en-US" altLang="en-US" sz="2400" dirty="0"/>
          </a:p>
          <a:p>
            <a:pPr marL="47644" indent="-260350">
              <a:lnSpc>
                <a:spcPct val="80000"/>
              </a:lnSpc>
            </a:pPr>
            <a:endParaRPr lang="en-US" altLang="en-US" dirty="0">
              <a:solidFill>
                <a:srgbClr val="0000FF"/>
              </a:solidFill>
            </a:endParaRPr>
          </a:p>
          <a:p>
            <a:pPr marL="447675" lvl="1" indent="-260350">
              <a:lnSpc>
                <a:spcPct val="80000"/>
              </a:lnSpc>
            </a:pPr>
            <a:endParaRPr lang="en-US" altLang="en-US" sz="2400" dirty="0"/>
          </a:p>
          <a:p>
            <a:pPr marL="187325" lvl="1" indent="0">
              <a:lnSpc>
                <a:spcPct val="80000"/>
              </a:lnSpc>
              <a:buNone/>
            </a:pPr>
            <a:endParaRPr lang="en-US" altLang="en-US" sz="2400" dirty="0"/>
          </a:p>
        </p:txBody>
      </p:sp>
      <p:sp>
        <p:nvSpPr>
          <p:cNvPr id="57" name="Rounded Rectangle 56"/>
          <p:cNvSpPr/>
          <p:nvPr/>
        </p:nvSpPr>
        <p:spPr>
          <a:xfrm>
            <a:off x="1452361"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58" name="Rectangle 57"/>
          <p:cNvSpPr/>
          <p:nvPr/>
        </p:nvSpPr>
        <p:spPr>
          <a:xfrm>
            <a:off x="1643925"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59" name="Rectangle 58"/>
          <p:cNvSpPr/>
          <p:nvPr/>
        </p:nvSpPr>
        <p:spPr>
          <a:xfrm>
            <a:off x="1272818" y="254260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0" name="Rounded Rectangle 59"/>
          <p:cNvSpPr/>
          <p:nvPr/>
        </p:nvSpPr>
        <p:spPr>
          <a:xfrm>
            <a:off x="2038232"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61" name="Rectangle 60"/>
          <p:cNvSpPr/>
          <p:nvPr/>
        </p:nvSpPr>
        <p:spPr>
          <a:xfrm>
            <a:off x="2229796"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62" name="Rounded Rectangle 61"/>
          <p:cNvSpPr/>
          <p:nvPr/>
        </p:nvSpPr>
        <p:spPr>
          <a:xfrm>
            <a:off x="2615723"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63" name="Rectangle 62"/>
          <p:cNvSpPr/>
          <p:nvPr/>
        </p:nvSpPr>
        <p:spPr>
          <a:xfrm>
            <a:off x="2807287"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64" name="Rounded Rectangle 63"/>
          <p:cNvSpPr/>
          <p:nvPr/>
        </p:nvSpPr>
        <p:spPr>
          <a:xfrm>
            <a:off x="3160771" y="287277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65" name="Rectangle 64"/>
          <p:cNvSpPr/>
          <p:nvPr/>
        </p:nvSpPr>
        <p:spPr>
          <a:xfrm>
            <a:off x="3352335" y="250468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66" name="Rounded Rectangle 65"/>
          <p:cNvSpPr/>
          <p:nvPr/>
        </p:nvSpPr>
        <p:spPr>
          <a:xfrm>
            <a:off x="4165836"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67" name="Rectangle 66"/>
          <p:cNvSpPr/>
          <p:nvPr/>
        </p:nvSpPr>
        <p:spPr>
          <a:xfrm>
            <a:off x="4357400"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68" name="Rectangle 67"/>
          <p:cNvSpPr/>
          <p:nvPr/>
        </p:nvSpPr>
        <p:spPr>
          <a:xfrm>
            <a:off x="3986293" y="2542609"/>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9" name="Rounded Rectangle 68"/>
          <p:cNvSpPr/>
          <p:nvPr/>
        </p:nvSpPr>
        <p:spPr>
          <a:xfrm>
            <a:off x="4751707"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70" name="Rectangle 69"/>
          <p:cNvSpPr/>
          <p:nvPr/>
        </p:nvSpPr>
        <p:spPr>
          <a:xfrm>
            <a:off x="4943271"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71" name="Rounded Rectangle 70"/>
          <p:cNvSpPr/>
          <p:nvPr/>
        </p:nvSpPr>
        <p:spPr>
          <a:xfrm>
            <a:off x="5329198" y="2886371"/>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72" name="Rectangle 71"/>
          <p:cNvSpPr/>
          <p:nvPr/>
        </p:nvSpPr>
        <p:spPr>
          <a:xfrm>
            <a:off x="5520762" y="251828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73" name="Rounded Rectangle 72"/>
          <p:cNvSpPr/>
          <p:nvPr/>
        </p:nvSpPr>
        <p:spPr>
          <a:xfrm>
            <a:off x="5874246" y="2872774"/>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74" name="Rectangle 73"/>
          <p:cNvSpPr/>
          <p:nvPr/>
        </p:nvSpPr>
        <p:spPr>
          <a:xfrm>
            <a:off x="6065810" y="2504683"/>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nvGrpSpPr>
          <p:cNvPr id="75" name="Group 74"/>
          <p:cNvGrpSpPr/>
          <p:nvPr/>
        </p:nvGrpSpPr>
        <p:grpSpPr>
          <a:xfrm>
            <a:off x="4178665" y="3552864"/>
            <a:ext cx="373500" cy="817026"/>
            <a:chOff x="3730169" y="5189024"/>
            <a:chExt cx="373500" cy="817026"/>
          </a:xfrm>
        </p:grpSpPr>
        <p:sp>
          <p:nvSpPr>
            <p:cNvPr id="76"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77" name="Up Arrow 76"/>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78" name="Group 77"/>
          <p:cNvGrpSpPr/>
          <p:nvPr/>
        </p:nvGrpSpPr>
        <p:grpSpPr>
          <a:xfrm>
            <a:off x="1501418" y="3545440"/>
            <a:ext cx="357470" cy="817026"/>
            <a:chOff x="1012542" y="5181600"/>
            <a:chExt cx="357470" cy="817026"/>
          </a:xfrm>
        </p:grpSpPr>
        <p:sp>
          <p:nvSpPr>
            <p:cNvPr id="79" name="Text Box 5"/>
            <p:cNvSpPr txBox="1">
              <a:spLocks noChangeArrowheads="1"/>
            </p:cNvSpPr>
            <p:nvPr/>
          </p:nvSpPr>
          <p:spPr bwMode="gray">
            <a:xfrm>
              <a:off x="1012542"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80" name="Up Arrow 79"/>
            <p:cNvSpPr/>
            <p:nvPr/>
          </p:nvSpPr>
          <p:spPr>
            <a:xfrm>
              <a:off x="1093207"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61" name="Group 160"/>
          <p:cNvGrpSpPr/>
          <p:nvPr/>
        </p:nvGrpSpPr>
        <p:grpSpPr>
          <a:xfrm>
            <a:off x="1241618" y="4342413"/>
            <a:ext cx="5322615" cy="983304"/>
            <a:chOff x="836612" y="4670835"/>
            <a:chExt cx="5322615" cy="983304"/>
          </a:xfrm>
        </p:grpSpPr>
        <p:sp>
          <p:nvSpPr>
            <p:cNvPr id="162" name="Rounded Rectangle 161"/>
            <p:cNvSpPr/>
            <p:nvPr/>
          </p:nvSpPr>
          <p:spPr>
            <a:xfrm>
              <a:off x="1016155" y="505252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3" name="Rectangle 162"/>
            <p:cNvSpPr/>
            <p:nvPr/>
          </p:nvSpPr>
          <p:spPr>
            <a:xfrm>
              <a:off x="1207719"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1</a:t>
              </a:r>
            </a:p>
          </p:txBody>
        </p:sp>
        <p:sp>
          <p:nvSpPr>
            <p:cNvPr id="164" name="Rectangle 163"/>
            <p:cNvSpPr/>
            <p:nvPr/>
          </p:nvSpPr>
          <p:spPr>
            <a:xfrm>
              <a:off x="836612"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5" name="Rounded Rectangle 164"/>
            <p:cNvSpPr/>
            <p:nvPr/>
          </p:nvSpPr>
          <p:spPr>
            <a:xfrm>
              <a:off x="1602026" y="5052523"/>
              <a:ext cx="478800" cy="478800"/>
            </a:xfrm>
            <a:prstGeom prst="roundRect">
              <a:avLst/>
            </a:prstGeom>
            <a:solidFill>
              <a:srgbClr val="0070C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p>
          </p:txBody>
        </p:sp>
        <p:sp>
          <p:nvSpPr>
            <p:cNvPr id="166" name="Rectangle 165"/>
            <p:cNvSpPr/>
            <p:nvPr/>
          </p:nvSpPr>
          <p:spPr>
            <a:xfrm>
              <a:off x="1793590"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2</a:t>
              </a:r>
            </a:p>
          </p:txBody>
        </p:sp>
        <p:sp>
          <p:nvSpPr>
            <p:cNvPr id="167" name="Rounded Rectangle 166"/>
            <p:cNvSpPr/>
            <p:nvPr/>
          </p:nvSpPr>
          <p:spPr>
            <a:xfrm>
              <a:off x="2179517"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p>
          </p:txBody>
        </p:sp>
        <p:sp>
          <p:nvSpPr>
            <p:cNvPr id="168" name="Rectangle 167"/>
            <p:cNvSpPr/>
            <p:nvPr/>
          </p:nvSpPr>
          <p:spPr>
            <a:xfrm>
              <a:off x="2371081"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3</a:t>
              </a:r>
            </a:p>
          </p:txBody>
        </p:sp>
        <p:sp>
          <p:nvSpPr>
            <p:cNvPr id="169" name="Rounded Rectangle 168"/>
            <p:cNvSpPr/>
            <p:nvPr/>
          </p:nvSpPr>
          <p:spPr>
            <a:xfrm>
              <a:off x="2724565"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0" name="Rectangle 169"/>
            <p:cNvSpPr/>
            <p:nvPr/>
          </p:nvSpPr>
          <p:spPr>
            <a:xfrm>
              <a:off x="2916129"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4</a:t>
              </a:r>
            </a:p>
          </p:txBody>
        </p:sp>
        <p:sp>
          <p:nvSpPr>
            <p:cNvPr id="171" name="Rounded Rectangle 170"/>
            <p:cNvSpPr/>
            <p:nvPr/>
          </p:nvSpPr>
          <p:spPr>
            <a:xfrm>
              <a:off x="3729630"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p>
          </p:txBody>
        </p:sp>
        <p:sp>
          <p:nvSpPr>
            <p:cNvPr id="172" name="Rectangle 171"/>
            <p:cNvSpPr/>
            <p:nvPr/>
          </p:nvSpPr>
          <p:spPr>
            <a:xfrm>
              <a:off x="3921194"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5</a:t>
              </a:r>
            </a:p>
          </p:txBody>
        </p:sp>
        <p:sp>
          <p:nvSpPr>
            <p:cNvPr id="173" name="Rectangle 172"/>
            <p:cNvSpPr/>
            <p:nvPr/>
          </p:nvSpPr>
          <p:spPr>
            <a:xfrm>
              <a:off x="3550087" y="4708761"/>
              <a:ext cx="2609140" cy="945378"/>
            </a:xfrm>
            <a:prstGeom prst="rect">
              <a:avLst/>
            </a:prstGeom>
            <a:noFill/>
            <a:ln w="57150">
              <a:solidFill>
                <a:srgbClr val="669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4" name="Rounded Rectangle 173"/>
            <p:cNvSpPr/>
            <p:nvPr/>
          </p:nvSpPr>
          <p:spPr>
            <a:xfrm>
              <a:off x="4315501"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p>
          </p:txBody>
        </p:sp>
        <p:sp>
          <p:nvSpPr>
            <p:cNvPr id="175" name="Rectangle 174"/>
            <p:cNvSpPr/>
            <p:nvPr/>
          </p:nvSpPr>
          <p:spPr>
            <a:xfrm>
              <a:off x="4507065"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6</a:t>
              </a:r>
            </a:p>
          </p:txBody>
        </p:sp>
        <p:sp>
          <p:nvSpPr>
            <p:cNvPr id="176" name="Rounded Rectangle 175"/>
            <p:cNvSpPr/>
            <p:nvPr/>
          </p:nvSpPr>
          <p:spPr>
            <a:xfrm>
              <a:off x="4892992" y="5052523"/>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7</a:t>
              </a:r>
            </a:p>
          </p:txBody>
        </p:sp>
        <p:sp>
          <p:nvSpPr>
            <p:cNvPr id="177" name="Rectangle 176"/>
            <p:cNvSpPr/>
            <p:nvPr/>
          </p:nvSpPr>
          <p:spPr>
            <a:xfrm>
              <a:off x="5084556" y="4684432"/>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7</a:t>
              </a:r>
            </a:p>
          </p:txBody>
        </p:sp>
        <p:sp>
          <p:nvSpPr>
            <p:cNvPr id="178" name="Rounded Rectangle 177"/>
            <p:cNvSpPr/>
            <p:nvPr/>
          </p:nvSpPr>
          <p:spPr>
            <a:xfrm>
              <a:off x="5438040" y="5038926"/>
              <a:ext cx="478800" cy="478800"/>
            </a:xfrm>
            <a:prstGeom prst="roundRect">
              <a:avLst/>
            </a:prstGeom>
            <a:solidFill>
              <a:srgbClr val="CC66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p>
          </p:txBody>
        </p:sp>
        <p:sp>
          <p:nvSpPr>
            <p:cNvPr id="179" name="Rectangle 178"/>
            <p:cNvSpPr/>
            <p:nvPr/>
          </p:nvSpPr>
          <p:spPr>
            <a:xfrm>
              <a:off x="5629604" y="467083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800" dirty="0">
                  <a:solidFill>
                    <a:schemeClr val="tx2"/>
                  </a:solidFill>
                </a:rPr>
                <a:t>8</a:t>
              </a:r>
            </a:p>
          </p:txBody>
        </p:sp>
      </p:grpSp>
      <p:grpSp>
        <p:nvGrpSpPr>
          <p:cNvPr id="180" name="Group 179"/>
          <p:cNvGrpSpPr/>
          <p:nvPr/>
        </p:nvGrpSpPr>
        <p:grpSpPr>
          <a:xfrm>
            <a:off x="4066653" y="5390594"/>
            <a:ext cx="732573" cy="857806"/>
            <a:chOff x="2577804" y="5189024"/>
            <a:chExt cx="732573" cy="857806"/>
          </a:xfrm>
        </p:grpSpPr>
        <p:sp>
          <p:nvSpPr>
            <p:cNvPr id="181" name="Text Box 5"/>
            <p:cNvSpPr txBox="1">
              <a:spLocks noChangeArrowheads="1"/>
            </p:cNvSpPr>
            <p:nvPr/>
          </p:nvSpPr>
          <p:spPr bwMode="gray">
            <a:xfrm>
              <a:off x="2577804" y="5510657"/>
              <a:ext cx="73257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mid</a:t>
              </a:r>
              <a:endParaRPr lang="en-US" altLang="en-US" sz="1800" dirty="0"/>
            </a:p>
          </p:txBody>
        </p:sp>
        <p:sp>
          <p:nvSpPr>
            <p:cNvPr id="182" name="Up Arrow 181"/>
            <p:cNvSpPr/>
            <p:nvPr/>
          </p:nvSpPr>
          <p:spPr>
            <a:xfrm>
              <a:off x="2854091"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83" name="Group 182"/>
          <p:cNvGrpSpPr/>
          <p:nvPr/>
        </p:nvGrpSpPr>
        <p:grpSpPr>
          <a:xfrm>
            <a:off x="4754318" y="5390594"/>
            <a:ext cx="373500" cy="817026"/>
            <a:chOff x="3730169" y="5189024"/>
            <a:chExt cx="373500" cy="817026"/>
          </a:xfrm>
        </p:grpSpPr>
        <p:sp>
          <p:nvSpPr>
            <p:cNvPr id="184" name="Text Box 5"/>
            <p:cNvSpPr txBox="1">
              <a:spLocks noChangeArrowheads="1"/>
            </p:cNvSpPr>
            <p:nvPr/>
          </p:nvSpPr>
          <p:spPr bwMode="gray">
            <a:xfrm>
              <a:off x="3730169" y="5510657"/>
              <a:ext cx="37350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b</a:t>
              </a:r>
              <a:endParaRPr lang="en-US" altLang="en-US" sz="1800" dirty="0"/>
            </a:p>
          </p:txBody>
        </p:sp>
        <p:sp>
          <p:nvSpPr>
            <p:cNvPr id="185" name="Up Arrow 184"/>
            <p:cNvSpPr/>
            <p:nvPr/>
          </p:nvSpPr>
          <p:spPr>
            <a:xfrm>
              <a:off x="3839999" y="5189024"/>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186" name="Group 185"/>
          <p:cNvGrpSpPr/>
          <p:nvPr/>
        </p:nvGrpSpPr>
        <p:grpSpPr>
          <a:xfrm>
            <a:off x="2620718" y="5383170"/>
            <a:ext cx="357470" cy="817026"/>
            <a:chOff x="1630157" y="5181600"/>
            <a:chExt cx="357470" cy="817026"/>
          </a:xfrm>
        </p:grpSpPr>
        <p:sp>
          <p:nvSpPr>
            <p:cNvPr id="187" name="Text Box 5"/>
            <p:cNvSpPr txBox="1">
              <a:spLocks noChangeArrowheads="1"/>
            </p:cNvSpPr>
            <p:nvPr/>
          </p:nvSpPr>
          <p:spPr bwMode="gray">
            <a:xfrm>
              <a:off x="1630157" y="5503233"/>
              <a:ext cx="357470" cy="4953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rgbClr val="A50021"/>
                  </a:solidFill>
                </a:rPr>
                <a:t>a</a:t>
              </a:r>
              <a:endParaRPr lang="en-US" altLang="en-US" sz="1800" dirty="0"/>
            </a:p>
          </p:txBody>
        </p:sp>
        <p:sp>
          <p:nvSpPr>
            <p:cNvPr id="188" name="Up Arrow 187"/>
            <p:cNvSpPr/>
            <p:nvPr/>
          </p:nvSpPr>
          <p:spPr>
            <a:xfrm>
              <a:off x="1710822" y="5181600"/>
              <a:ext cx="180000" cy="278885"/>
            </a:xfrm>
            <a:prstGeom prst="up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sp>
        <p:nvSpPr>
          <p:cNvPr id="3" name="Rectangle 2"/>
          <p:cNvSpPr/>
          <p:nvPr/>
        </p:nvSpPr>
        <p:spPr>
          <a:xfrm>
            <a:off x="1980908" y="2498858"/>
            <a:ext cx="1967298" cy="1027160"/>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193519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66"/>
                                        </p:tgtEl>
                                      </p:cBhvr>
                                    </p:animEffect>
                                    <p:animScale>
                                      <p:cBhvr>
                                        <p:cTn id="7" dur="250" autoRev="1" fill="hold"/>
                                        <p:tgtEl>
                                          <p:spTgt spid="66"/>
                                        </p:tgtEl>
                                      </p:cBhvr>
                                      <p:by x="105000" y="105000"/>
                                    </p:animScale>
                                  </p:childTnLst>
                                </p:cTn>
                              </p:par>
                              <p:par>
                                <p:cTn id="8" presetID="26" presetClass="emph" presetSubtype="0" fill="hold" grpId="0" nodeType="withEffect">
                                  <p:stCondLst>
                                    <p:cond delay="0"/>
                                  </p:stCondLst>
                                  <p:childTnLst>
                                    <p:animEffect transition="out" filter="fade">
                                      <p:cBhvr>
                                        <p:cTn id="9" dur="500" tmFilter="0, 0; .2, .5; .8, .5; 1, 0"/>
                                        <p:tgtEl>
                                          <p:spTgt spid="57"/>
                                        </p:tgtEl>
                                      </p:cBhvr>
                                    </p:animEffect>
                                    <p:animScale>
                                      <p:cBhvr>
                                        <p:cTn id="10" dur="250" autoRev="1" fill="hold"/>
                                        <p:tgtEl>
                                          <p:spTgt spid="57"/>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78"/>
                                        </p:tgtEl>
                                      </p:cBhvr>
                                    </p:animEffect>
                                    <p:animScale>
                                      <p:cBhvr>
                                        <p:cTn id="13" dur="250" autoRev="1" fill="hold"/>
                                        <p:tgtEl>
                                          <p:spTgt spid="78"/>
                                        </p:tgtEl>
                                      </p:cBhvr>
                                      <p:by x="105000" y="105000"/>
                                    </p:animScale>
                                  </p:childTnLst>
                                </p:cTn>
                              </p:par>
                              <p:par>
                                <p:cTn id="14" presetID="26" presetClass="emph" presetSubtype="0" fill="hold" nodeType="withEffect">
                                  <p:stCondLst>
                                    <p:cond delay="0"/>
                                  </p:stCondLst>
                                  <p:childTnLst>
                                    <p:animEffect transition="out" filter="fade">
                                      <p:cBhvr>
                                        <p:cTn id="15" dur="500" tmFilter="0, 0; .2, .5; .8, .5; 1, 0"/>
                                        <p:tgtEl>
                                          <p:spTgt spid="75"/>
                                        </p:tgtEl>
                                      </p:cBhvr>
                                    </p:animEffect>
                                    <p:animScale>
                                      <p:cBhvr>
                                        <p:cTn id="16" dur="250" autoRev="1" fill="hold"/>
                                        <p:tgtEl>
                                          <p:spTgt spid="75"/>
                                        </p:tgtEl>
                                      </p:cBhvr>
                                      <p:by x="105000" y="105000"/>
                                    </p:animScale>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2" presetClass="path" presetSubtype="0" accel="50000" decel="50000" fill="hold" grpId="0" nodeType="clickEffect">
                                  <p:stCondLst>
                                    <p:cond delay="0"/>
                                  </p:stCondLst>
                                  <p:childTnLst>
                                    <p:animMotion origin="layout" path="M -4.64572E-6 -7.40741E-7 L 0.06172 0.26435 " pathEditMode="relative" rAng="0" ptsTypes="AA">
                                      <p:cBhvr>
                                        <p:cTn id="24" dur="2000" fill="hold"/>
                                        <p:tgtEl>
                                          <p:spTgt spid="3"/>
                                        </p:tgtEl>
                                        <p:attrNameLst>
                                          <p:attrName>ppt_x</p:attrName>
                                          <p:attrName>ppt_y</p:attrName>
                                        </p:attrNameLst>
                                      </p:cBhvr>
                                      <p:rCtr x="3078" y="1321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6" grpId="0" animBg="1"/>
      <p:bldP spid="3" grpId="0" animBg="1"/>
      <p:bldP spid="3" grpId="1"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Call Graph of </a:t>
            </a:r>
            <a:r>
              <a:rPr lang="en-GB" dirty="0" err="1"/>
              <a:t>Mergesort</a:t>
            </a:r>
            <a:endParaRPr lang="en-GB" dirty="0"/>
          </a:p>
        </p:txBody>
      </p:sp>
      <p:grpSp>
        <p:nvGrpSpPr>
          <p:cNvPr id="15" name="Group 14">
            <a:extLst>
              <a:ext uri="{FF2B5EF4-FFF2-40B4-BE49-F238E27FC236}">
                <a16:creationId xmlns:a16="http://schemas.microsoft.com/office/drawing/2014/main" id="{BE8B6CD5-A885-F811-BE48-2BA5A24D7F15}"/>
              </a:ext>
            </a:extLst>
          </p:cNvPr>
          <p:cNvGrpSpPr/>
          <p:nvPr/>
        </p:nvGrpSpPr>
        <p:grpSpPr>
          <a:xfrm>
            <a:off x="3494244" y="1522877"/>
            <a:ext cx="2891446" cy="381000"/>
            <a:chOff x="2970212" y="1761392"/>
            <a:chExt cx="2891446" cy="381000"/>
          </a:xfrm>
        </p:grpSpPr>
        <p:sp>
          <p:nvSpPr>
            <p:cNvPr id="6" name="Rounded Rectangle 5">
              <a:extLst>
                <a:ext uri="{FF2B5EF4-FFF2-40B4-BE49-F238E27FC236}">
                  <a16:creationId xmlns:a16="http://schemas.microsoft.com/office/drawing/2014/main" id="{6ED0BB77-0A1C-0D8A-A7D5-F844976A0588}"/>
                </a:ext>
              </a:extLst>
            </p:cNvPr>
            <p:cNvSpPr/>
            <p:nvPr/>
          </p:nvSpPr>
          <p:spPr>
            <a:xfrm>
              <a:off x="395080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7" name="Rounded Rectangle 6">
              <a:extLst>
                <a:ext uri="{FF2B5EF4-FFF2-40B4-BE49-F238E27FC236}">
                  <a16:creationId xmlns:a16="http://schemas.microsoft.com/office/drawing/2014/main" id="{74780A4E-020D-D7F2-B50A-8F844BDC2C99}"/>
                </a:ext>
              </a:extLst>
            </p:cNvPr>
            <p:cNvSpPr/>
            <p:nvPr/>
          </p:nvSpPr>
          <p:spPr>
            <a:xfrm>
              <a:off x="29702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8" name="Rounded Rectangle 7">
              <a:extLst>
                <a:ext uri="{FF2B5EF4-FFF2-40B4-BE49-F238E27FC236}">
                  <a16:creationId xmlns:a16="http://schemas.microsoft.com/office/drawing/2014/main" id="{A3B2A57F-9F26-14F6-80B8-BC6CE72D8DB2}"/>
                </a:ext>
              </a:extLst>
            </p:cNvPr>
            <p:cNvSpPr/>
            <p:nvPr/>
          </p:nvSpPr>
          <p:spPr>
            <a:xfrm>
              <a:off x="3465512"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12" name="Rounded Rectangle 11">
              <a:extLst>
                <a:ext uri="{FF2B5EF4-FFF2-40B4-BE49-F238E27FC236}">
                  <a16:creationId xmlns:a16="http://schemas.microsoft.com/office/drawing/2014/main" id="{D0E073C7-C80A-10D5-052F-3C192D374AF1}"/>
                </a:ext>
              </a:extLst>
            </p:cNvPr>
            <p:cNvSpPr/>
            <p:nvPr/>
          </p:nvSpPr>
          <p:spPr>
            <a:xfrm>
              <a:off x="541107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13" name="Rounded Rectangle 12">
              <a:extLst>
                <a:ext uri="{FF2B5EF4-FFF2-40B4-BE49-F238E27FC236}">
                  <a16:creationId xmlns:a16="http://schemas.microsoft.com/office/drawing/2014/main" id="{A1DC1EED-88CA-279D-927C-4C9C4421C511}"/>
                </a:ext>
              </a:extLst>
            </p:cNvPr>
            <p:cNvSpPr/>
            <p:nvPr/>
          </p:nvSpPr>
          <p:spPr>
            <a:xfrm>
              <a:off x="4437563"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14" name="Rounded Rectangle 13">
              <a:extLst>
                <a:ext uri="{FF2B5EF4-FFF2-40B4-BE49-F238E27FC236}">
                  <a16:creationId xmlns:a16="http://schemas.microsoft.com/office/drawing/2014/main" id="{6CC3E84D-1266-DC30-A6FF-8536CC5A9C01}"/>
                </a:ext>
              </a:extLst>
            </p:cNvPr>
            <p:cNvSpPr/>
            <p:nvPr/>
          </p:nvSpPr>
          <p:spPr>
            <a:xfrm>
              <a:off x="4924318" y="1761392"/>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grpSp>
        <p:nvGrpSpPr>
          <p:cNvPr id="29713" name="Group 29712">
            <a:extLst>
              <a:ext uri="{FF2B5EF4-FFF2-40B4-BE49-F238E27FC236}">
                <a16:creationId xmlns:a16="http://schemas.microsoft.com/office/drawing/2014/main" id="{E42B8714-EA6C-A4A5-5BAD-8613FBDACF5C}"/>
              </a:ext>
            </a:extLst>
          </p:cNvPr>
          <p:cNvGrpSpPr/>
          <p:nvPr/>
        </p:nvGrpSpPr>
        <p:grpSpPr>
          <a:xfrm>
            <a:off x="306218" y="3808736"/>
            <a:ext cx="1449822" cy="873706"/>
            <a:chOff x="306218" y="3808736"/>
            <a:chExt cx="1449822" cy="873706"/>
          </a:xfrm>
        </p:grpSpPr>
        <p:grpSp>
          <p:nvGrpSpPr>
            <p:cNvPr id="35" name="Group 34">
              <a:extLst>
                <a:ext uri="{FF2B5EF4-FFF2-40B4-BE49-F238E27FC236}">
                  <a16:creationId xmlns:a16="http://schemas.microsoft.com/office/drawing/2014/main" id="{09B5B5A3-9366-B813-0CA3-5591E1B35DB0}"/>
                </a:ext>
              </a:extLst>
            </p:cNvPr>
            <p:cNvGrpSpPr/>
            <p:nvPr/>
          </p:nvGrpSpPr>
          <p:grpSpPr>
            <a:xfrm>
              <a:off x="810155" y="4301442"/>
              <a:ext cx="945885" cy="381000"/>
              <a:chOff x="1363608" y="3557956"/>
              <a:chExt cx="945885" cy="381000"/>
            </a:xfrm>
            <a:solidFill>
              <a:srgbClr val="76D6FF"/>
            </a:solidFill>
          </p:grpSpPr>
          <p:sp>
            <p:nvSpPr>
              <p:cNvPr id="36" name="Rounded Rectangle 35">
                <a:extLst>
                  <a:ext uri="{FF2B5EF4-FFF2-40B4-BE49-F238E27FC236}">
                    <a16:creationId xmlns:a16="http://schemas.microsoft.com/office/drawing/2014/main" id="{AD4C19AF-7E2B-FA8E-EF0D-A9B01BBBB2CE}"/>
                  </a:ext>
                </a:extLst>
              </p:cNvPr>
              <p:cNvSpPr/>
              <p:nvPr/>
            </p:nvSpPr>
            <p:spPr>
              <a:xfrm>
                <a:off x="13636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37" name="Rounded Rectangle 36">
                <a:extLst>
                  <a:ext uri="{FF2B5EF4-FFF2-40B4-BE49-F238E27FC236}">
                    <a16:creationId xmlns:a16="http://schemas.microsoft.com/office/drawing/2014/main" id="{956636EA-1584-C20B-839A-29D6DF05656C}"/>
                  </a:ext>
                </a:extLst>
              </p:cNvPr>
              <p:cNvSpPr/>
              <p:nvPr/>
            </p:nvSpPr>
            <p:spPr>
              <a:xfrm>
                <a:off x="1858908" y="3557956"/>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grpSp>
        <p:cxnSp>
          <p:nvCxnSpPr>
            <p:cNvPr id="29736" name="Straight Arrow Connector 29735">
              <a:extLst>
                <a:ext uri="{FF2B5EF4-FFF2-40B4-BE49-F238E27FC236}">
                  <a16:creationId xmlns:a16="http://schemas.microsoft.com/office/drawing/2014/main" id="{5827A77C-567C-3BF6-A56A-9DA364470604}"/>
                </a:ext>
              </a:extLst>
            </p:cNvPr>
            <p:cNvCxnSpPr>
              <a:cxnSpLocks/>
            </p:cNvCxnSpPr>
            <p:nvPr/>
          </p:nvCxnSpPr>
          <p:spPr>
            <a:xfrm>
              <a:off x="1453097" y="3808736"/>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38" name="TextBox 29737">
              <a:extLst>
                <a:ext uri="{FF2B5EF4-FFF2-40B4-BE49-F238E27FC236}">
                  <a16:creationId xmlns:a16="http://schemas.microsoft.com/office/drawing/2014/main" id="{52D149DB-5660-72C0-2FE5-C647F6FB9FE8}"/>
                </a:ext>
              </a:extLst>
            </p:cNvPr>
            <p:cNvSpPr txBox="1"/>
            <p:nvPr/>
          </p:nvSpPr>
          <p:spPr>
            <a:xfrm>
              <a:off x="306218" y="3825375"/>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merge()@3</a:t>
              </a:r>
            </a:p>
          </p:txBody>
        </p:sp>
      </p:grpSp>
      <p:grpSp>
        <p:nvGrpSpPr>
          <p:cNvPr id="29724" name="Group 29723">
            <a:extLst>
              <a:ext uri="{FF2B5EF4-FFF2-40B4-BE49-F238E27FC236}">
                <a16:creationId xmlns:a16="http://schemas.microsoft.com/office/drawing/2014/main" id="{A7360435-37C5-A933-1E35-AA997AC527B4}"/>
              </a:ext>
            </a:extLst>
          </p:cNvPr>
          <p:cNvGrpSpPr/>
          <p:nvPr/>
        </p:nvGrpSpPr>
        <p:grpSpPr>
          <a:xfrm>
            <a:off x="3126429" y="3797402"/>
            <a:ext cx="450585" cy="885040"/>
            <a:chOff x="3126429" y="3797402"/>
            <a:chExt cx="450585" cy="885040"/>
          </a:xfrm>
        </p:grpSpPr>
        <p:sp>
          <p:nvSpPr>
            <p:cNvPr id="38" name="Rounded Rectangle 37">
              <a:extLst>
                <a:ext uri="{FF2B5EF4-FFF2-40B4-BE49-F238E27FC236}">
                  <a16:creationId xmlns:a16="http://schemas.microsoft.com/office/drawing/2014/main" id="{44BCACAE-AB1B-6458-C1B6-6624FF87BCF6}"/>
                </a:ext>
              </a:extLst>
            </p:cNvPr>
            <p:cNvSpPr/>
            <p:nvPr/>
          </p:nvSpPr>
          <p:spPr>
            <a:xfrm>
              <a:off x="3126429" y="4301442"/>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cxnSp>
          <p:nvCxnSpPr>
            <p:cNvPr id="29743" name="Straight Arrow Connector 29742">
              <a:extLst>
                <a:ext uri="{FF2B5EF4-FFF2-40B4-BE49-F238E27FC236}">
                  <a16:creationId xmlns:a16="http://schemas.microsoft.com/office/drawing/2014/main" id="{1D1680C4-F6FD-B950-C9D1-56C616E7C731}"/>
                </a:ext>
              </a:extLst>
            </p:cNvPr>
            <p:cNvCxnSpPr>
              <a:cxnSpLocks/>
            </p:cNvCxnSpPr>
            <p:nvPr/>
          </p:nvCxnSpPr>
          <p:spPr>
            <a:xfrm>
              <a:off x="3368026" y="3797402"/>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nvGrpSpPr>
          <p:cNvPr id="29742" name="Group 29741">
            <a:extLst>
              <a:ext uri="{FF2B5EF4-FFF2-40B4-BE49-F238E27FC236}">
                <a16:creationId xmlns:a16="http://schemas.microsoft.com/office/drawing/2014/main" id="{1CC1F6F2-905E-7E47-BFA5-C98465F95B18}"/>
              </a:ext>
            </a:extLst>
          </p:cNvPr>
          <p:cNvGrpSpPr/>
          <p:nvPr/>
        </p:nvGrpSpPr>
        <p:grpSpPr>
          <a:xfrm>
            <a:off x="8388749" y="3748169"/>
            <a:ext cx="450585" cy="876581"/>
            <a:chOff x="8388749" y="3748169"/>
            <a:chExt cx="450585" cy="876581"/>
          </a:xfrm>
        </p:grpSpPr>
        <p:sp>
          <p:nvSpPr>
            <p:cNvPr id="42" name="Rounded Rectangle 41">
              <a:extLst>
                <a:ext uri="{FF2B5EF4-FFF2-40B4-BE49-F238E27FC236}">
                  <a16:creationId xmlns:a16="http://schemas.microsoft.com/office/drawing/2014/main" id="{7972D679-EB2E-9B42-5FB7-1030B4B94957}"/>
                </a:ext>
              </a:extLst>
            </p:cNvPr>
            <p:cNvSpPr/>
            <p:nvPr/>
          </p:nvSpPr>
          <p:spPr>
            <a:xfrm>
              <a:off x="8388749" y="4243750"/>
              <a:ext cx="450585" cy="381000"/>
            </a:xfrm>
            <a:prstGeom prst="roundRect">
              <a:avLst/>
            </a:prstGeom>
            <a:solidFill>
              <a:srgbClr val="76D6FF"/>
            </a:solid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cxnSp>
          <p:nvCxnSpPr>
            <p:cNvPr id="29749" name="Straight Arrow Connector 29748">
              <a:extLst>
                <a:ext uri="{FF2B5EF4-FFF2-40B4-BE49-F238E27FC236}">
                  <a16:creationId xmlns:a16="http://schemas.microsoft.com/office/drawing/2014/main" id="{A26984B9-90CE-034C-B68A-3AF5C6FE4618}"/>
                </a:ext>
              </a:extLst>
            </p:cNvPr>
            <p:cNvCxnSpPr>
              <a:cxnSpLocks/>
            </p:cNvCxnSpPr>
            <p:nvPr/>
          </p:nvCxnSpPr>
          <p:spPr>
            <a:xfrm>
              <a:off x="8608549" y="3748169"/>
              <a:ext cx="5492"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grpSp>
      <p:grpSp>
        <p:nvGrpSpPr>
          <p:cNvPr id="29708" name="Group 29707">
            <a:extLst>
              <a:ext uri="{FF2B5EF4-FFF2-40B4-BE49-F238E27FC236}">
                <a16:creationId xmlns:a16="http://schemas.microsoft.com/office/drawing/2014/main" id="{CAA488D2-7C83-32E4-5DBF-534C8332A15A}"/>
              </a:ext>
            </a:extLst>
          </p:cNvPr>
          <p:cNvGrpSpPr/>
          <p:nvPr/>
        </p:nvGrpSpPr>
        <p:grpSpPr>
          <a:xfrm>
            <a:off x="1538408" y="1911895"/>
            <a:ext cx="2676428" cy="818019"/>
            <a:chOff x="1538408" y="1911895"/>
            <a:chExt cx="2676428" cy="818019"/>
          </a:xfrm>
        </p:grpSpPr>
        <p:grpSp>
          <p:nvGrpSpPr>
            <p:cNvPr id="23" name="Group 22">
              <a:extLst>
                <a:ext uri="{FF2B5EF4-FFF2-40B4-BE49-F238E27FC236}">
                  <a16:creationId xmlns:a16="http://schemas.microsoft.com/office/drawing/2014/main" id="{63EBD386-A3C6-47AD-C489-7974335B7D5C}"/>
                </a:ext>
              </a:extLst>
            </p:cNvPr>
            <p:cNvGrpSpPr/>
            <p:nvPr/>
          </p:nvGrpSpPr>
          <p:grpSpPr>
            <a:xfrm>
              <a:off x="1538408" y="2348914"/>
              <a:ext cx="1431181" cy="381000"/>
              <a:chOff x="3108070" y="2362884"/>
              <a:chExt cx="1431181" cy="381000"/>
            </a:xfrm>
          </p:grpSpPr>
          <p:sp>
            <p:nvSpPr>
              <p:cNvPr id="17" name="Rounded Rectangle 16">
                <a:extLst>
                  <a:ext uri="{FF2B5EF4-FFF2-40B4-BE49-F238E27FC236}">
                    <a16:creationId xmlns:a16="http://schemas.microsoft.com/office/drawing/2014/main" id="{248DE2BA-433A-FA75-AC28-9BD5815A23DC}"/>
                  </a:ext>
                </a:extLst>
              </p:cNvPr>
              <p:cNvSpPr/>
              <p:nvPr/>
            </p:nvSpPr>
            <p:spPr>
              <a:xfrm>
                <a:off x="408866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18" name="Rounded Rectangle 17">
                <a:extLst>
                  <a:ext uri="{FF2B5EF4-FFF2-40B4-BE49-F238E27FC236}">
                    <a16:creationId xmlns:a16="http://schemas.microsoft.com/office/drawing/2014/main" id="{4F5FC7F2-FA56-D206-F83F-48F81CECCBC0}"/>
                  </a:ext>
                </a:extLst>
              </p:cNvPr>
              <p:cNvSpPr/>
              <p:nvPr/>
            </p:nvSpPr>
            <p:spPr>
              <a:xfrm>
                <a:off x="31080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19" name="Rounded Rectangle 18">
                <a:extLst>
                  <a:ext uri="{FF2B5EF4-FFF2-40B4-BE49-F238E27FC236}">
                    <a16:creationId xmlns:a16="http://schemas.microsoft.com/office/drawing/2014/main" id="{6A437910-765A-3382-1FD1-E6CA24BAF742}"/>
                  </a:ext>
                </a:extLst>
              </p:cNvPr>
              <p:cNvSpPr/>
              <p:nvPr/>
            </p:nvSpPr>
            <p:spPr>
              <a:xfrm>
                <a:off x="3603370"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cxnSp>
          <p:nvCxnSpPr>
            <p:cNvPr id="59" name="Straight Arrow Connector 58">
              <a:extLst>
                <a:ext uri="{FF2B5EF4-FFF2-40B4-BE49-F238E27FC236}">
                  <a16:creationId xmlns:a16="http://schemas.microsoft.com/office/drawing/2014/main" id="{5C02642B-BF79-2A66-BAAA-5EA789B10783}"/>
                </a:ext>
              </a:extLst>
            </p:cNvPr>
            <p:cNvCxnSpPr>
              <a:cxnSpLocks/>
            </p:cNvCxnSpPr>
            <p:nvPr/>
          </p:nvCxnSpPr>
          <p:spPr>
            <a:xfrm flipH="1">
              <a:off x="3126429" y="2027052"/>
              <a:ext cx="1088407" cy="336394"/>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85F386EC-3A2D-E35D-7ECE-C9F94042BF3D}"/>
                </a:ext>
              </a:extLst>
            </p:cNvPr>
            <p:cNvSpPr txBox="1"/>
            <p:nvPr/>
          </p:nvSpPr>
          <p:spPr>
            <a:xfrm>
              <a:off x="2067336" y="1911895"/>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():2</a:t>
              </a:r>
            </a:p>
          </p:txBody>
        </p:sp>
      </p:grpSp>
      <p:grpSp>
        <p:nvGrpSpPr>
          <p:cNvPr id="29709" name="Group 29708">
            <a:extLst>
              <a:ext uri="{FF2B5EF4-FFF2-40B4-BE49-F238E27FC236}">
                <a16:creationId xmlns:a16="http://schemas.microsoft.com/office/drawing/2014/main" id="{1CC28A70-B295-DF36-73A8-3432567ADA6B}"/>
              </a:ext>
            </a:extLst>
          </p:cNvPr>
          <p:cNvGrpSpPr/>
          <p:nvPr/>
        </p:nvGrpSpPr>
        <p:grpSpPr>
          <a:xfrm>
            <a:off x="178713" y="2769416"/>
            <a:ext cx="1810280" cy="919985"/>
            <a:chOff x="178713" y="2769416"/>
            <a:chExt cx="1810280" cy="919985"/>
          </a:xfrm>
        </p:grpSpPr>
        <p:grpSp>
          <p:nvGrpSpPr>
            <p:cNvPr id="29" name="Group 28">
              <a:extLst>
                <a:ext uri="{FF2B5EF4-FFF2-40B4-BE49-F238E27FC236}">
                  <a16:creationId xmlns:a16="http://schemas.microsoft.com/office/drawing/2014/main" id="{BD5AF455-5254-6A8A-75AE-C5E9F3624BBB}"/>
                </a:ext>
              </a:extLst>
            </p:cNvPr>
            <p:cNvGrpSpPr/>
            <p:nvPr/>
          </p:nvGrpSpPr>
          <p:grpSpPr>
            <a:xfrm>
              <a:off x="810155" y="3308401"/>
              <a:ext cx="945885" cy="381000"/>
              <a:chOff x="1363608" y="3557956"/>
              <a:chExt cx="945885" cy="381000"/>
            </a:xfrm>
          </p:grpSpPr>
          <p:sp>
            <p:nvSpPr>
              <p:cNvPr id="27" name="Rounded Rectangle 26">
                <a:extLst>
                  <a:ext uri="{FF2B5EF4-FFF2-40B4-BE49-F238E27FC236}">
                    <a16:creationId xmlns:a16="http://schemas.microsoft.com/office/drawing/2014/main" id="{8415A095-42D2-427B-EDAB-8CFE33AB0391}"/>
                  </a:ext>
                </a:extLst>
              </p:cNvPr>
              <p:cNvSpPr/>
              <p:nvPr/>
            </p:nvSpPr>
            <p:spPr>
              <a:xfrm>
                <a:off x="13636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28" name="Rounded Rectangle 27">
                <a:extLst>
                  <a:ext uri="{FF2B5EF4-FFF2-40B4-BE49-F238E27FC236}">
                    <a16:creationId xmlns:a16="http://schemas.microsoft.com/office/drawing/2014/main" id="{3408EC47-8878-F878-1606-7F4611A247D1}"/>
                  </a:ext>
                </a:extLst>
              </p:cNvPr>
              <p:cNvSpPr/>
              <p:nvPr/>
            </p:nvSpPr>
            <p:spPr>
              <a:xfrm>
                <a:off x="1858908" y="3557956"/>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grpSp>
        <p:cxnSp>
          <p:nvCxnSpPr>
            <p:cNvPr id="29704" name="Straight Arrow Connector 29703">
              <a:extLst>
                <a:ext uri="{FF2B5EF4-FFF2-40B4-BE49-F238E27FC236}">
                  <a16:creationId xmlns:a16="http://schemas.microsoft.com/office/drawing/2014/main" id="{22DEA16E-9E05-4665-34E9-3520B2EA0D9D}"/>
                </a:ext>
              </a:extLst>
            </p:cNvPr>
            <p:cNvCxnSpPr>
              <a:cxnSpLocks/>
            </p:cNvCxnSpPr>
            <p:nvPr/>
          </p:nvCxnSpPr>
          <p:spPr>
            <a:xfrm flipH="1">
              <a:off x="1260740" y="2867737"/>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07987765-AD50-4176-1C4C-15A33E3505F4}"/>
                </a:ext>
              </a:extLst>
            </p:cNvPr>
            <p:cNvSpPr txBox="1"/>
            <p:nvPr/>
          </p:nvSpPr>
          <p:spPr>
            <a:xfrm>
              <a:off x="178713" y="2769416"/>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():3</a:t>
              </a:r>
            </a:p>
          </p:txBody>
        </p:sp>
      </p:grpSp>
      <p:grpSp>
        <p:nvGrpSpPr>
          <p:cNvPr id="29716" name="Group 29715">
            <a:extLst>
              <a:ext uri="{FF2B5EF4-FFF2-40B4-BE49-F238E27FC236}">
                <a16:creationId xmlns:a16="http://schemas.microsoft.com/office/drawing/2014/main" id="{9E0A8F45-7759-211A-3A9E-BDFA17A7F3CA}"/>
              </a:ext>
            </a:extLst>
          </p:cNvPr>
          <p:cNvGrpSpPr/>
          <p:nvPr/>
        </p:nvGrpSpPr>
        <p:grpSpPr>
          <a:xfrm>
            <a:off x="2615406" y="2751668"/>
            <a:ext cx="1992595" cy="937733"/>
            <a:chOff x="2615406" y="2751668"/>
            <a:chExt cx="1992595" cy="937733"/>
          </a:xfrm>
        </p:grpSpPr>
        <p:sp>
          <p:nvSpPr>
            <p:cNvPr id="26" name="Rounded Rectangle 25">
              <a:extLst>
                <a:ext uri="{FF2B5EF4-FFF2-40B4-BE49-F238E27FC236}">
                  <a16:creationId xmlns:a16="http://schemas.microsoft.com/office/drawing/2014/main" id="{17C2F42E-6C91-6C3D-86F4-01C7120D7821}"/>
                </a:ext>
              </a:extLst>
            </p:cNvPr>
            <p:cNvSpPr/>
            <p:nvPr/>
          </p:nvSpPr>
          <p:spPr>
            <a:xfrm>
              <a:off x="3126429" y="3308401"/>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cxnSp>
          <p:nvCxnSpPr>
            <p:cNvPr id="29705" name="Straight Arrow Connector 29704">
              <a:extLst>
                <a:ext uri="{FF2B5EF4-FFF2-40B4-BE49-F238E27FC236}">
                  <a16:creationId xmlns:a16="http://schemas.microsoft.com/office/drawing/2014/main" id="{FF6AD74C-D295-2BD4-07A5-4CB39F4B79CF}"/>
                </a:ext>
              </a:extLst>
            </p:cNvPr>
            <p:cNvCxnSpPr>
              <a:cxnSpLocks/>
            </p:cNvCxnSpPr>
            <p:nvPr/>
          </p:nvCxnSpPr>
          <p:spPr>
            <a:xfrm>
              <a:off x="2615406" y="2867737"/>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6F7846C9-8086-FB25-5703-1B09B326A0F8}"/>
                </a:ext>
              </a:extLst>
            </p:cNvPr>
            <p:cNvSpPr txBox="1"/>
            <p:nvPr/>
          </p:nvSpPr>
          <p:spPr>
            <a:xfrm>
              <a:off x="3027119" y="275166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():4</a:t>
              </a:r>
            </a:p>
          </p:txBody>
        </p:sp>
      </p:grpSp>
      <p:grpSp>
        <p:nvGrpSpPr>
          <p:cNvPr id="29725" name="Group 29724">
            <a:extLst>
              <a:ext uri="{FF2B5EF4-FFF2-40B4-BE49-F238E27FC236}">
                <a16:creationId xmlns:a16="http://schemas.microsoft.com/office/drawing/2014/main" id="{B392835A-76BA-CA1B-AFA9-322FA08F4087}"/>
              </a:ext>
            </a:extLst>
          </p:cNvPr>
          <p:cNvGrpSpPr/>
          <p:nvPr/>
        </p:nvGrpSpPr>
        <p:grpSpPr>
          <a:xfrm>
            <a:off x="1538408" y="2867737"/>
            <a:ext cx="1431181" cy="2807746"/>
            <a:chOff x="1538408" y="2867737"/>
            <a:chExt cx="1431181" cy="2807746"/>
          </a:xfrm>
        </p:grpSpPr>
        <p:grpSp>
          <p:nvGrpSpPr>
            <p:cNvPr id="43" name="Group 42">
              <a:extLst>
                <a:ext uri="{FF2B5EF4-FFF2-40B4-BE49-F238E27FC236}">
                  <a16:creationId xmlns:a16="http://schemas.microsoft.com/office/drawing/2014/main" id="{92EB3443-632D-FB12-52A2-0DD0AEA95375}"/>
                </a:ext>
              </a:extLst>
            </p:cNvPr>
            <p:cNvGrpSpPr/>
            <p:nvPr/>
          </p:nvGrpSpPr>
          <p:grpSpPr>
            <a:xfrm>
              <a:off x="1538408" y="5294483"/>
              <a:ext cx="1431181" cy="381000"/>
              <a:chOff x="3108070" y="2362884"/>
              <a:chExt cx="1431181" cy="381000"/>
            </a:xfrm>
            <a:solidFill>
              <a:srgbClr val="76D6FF"/>
            </a:solidFill>
          </p:grpSpPr>
          <p:sp>
            <p:nvSpPr>
              <p:cNvPr id="44" name="Rounded Rectangle 43">
                <a:extLst>
                  <a:ext uri="{FF2B5EF4-FFF2-40B4-BE49-F238E27FC236}">
                    <a16:creationId xmlns:a16="http://schemas.microsoft.com/office/drawing/2014/main" id="{E36D27AD-274D-214F-8D24-2B7C58F1EB6E}"/>
                  </a:ext>
                </a:extLst>
              </p:cNvPr>
              <p:cNvSpPr/>
              <p:nvPr/>
            </p:nvSpPr>
            <p:spPr>
              <a:xfrm>
                <a:off x="408866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45" name="Rounded Rectangle 44">
                <a:extLst>
                  <a:ext uri="{FF2B5EF4-FFF2-40B4-BE49-F238E27FC236}">
                    <a16:creationId xmlns:a16="http://schemas.microsoft.com/office/drawing/2014/main" id="{B974122B-599D-4174-F2EE-48559370EC9B}"/>
                  </a:ext>
                </a:extLst>
              </p:cNvPr>
              <p:cNvSpPr/>
              <p:nvPr/>
            </p:nvSpPr>
            <p:spPr>
              <a:xfrm>
                <a:off x="31080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46" name="Rounded Rectangle 45">
                <a:extLst>
                  <a:ext uri="{FF2B5EF4-FFF2-40B4-BE49-F238E27FC236}">
                    <a16:creationId xmlns:a16="http://schemas.microsoft.com/office/drawing/2014/main" id="{A261C8FA-5C6B-7104-2563-C087B050DAEB}"/>
                  </a:ext>
                </a:extLst>
              </p:cNvPr>
              <p:cNvSpPr/>
              <p:nvPr/>
            </p:nvSpPr>
            <p:spPr>
              <a:xfrm>
                <a:off x="3603370"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grpSp>
        <p:cxnSp>
          <p:nvCxnSpPr>
            <p:cNvPr id="29715" name="Straight Arrow Connector 29714">
              <a:extLst>
                <a:ext uri="{FF2B5EF4-FFF2-40B4-BE49-F238E27FC236}">
                  <a16:creationId xmlns:a16="http://schemas.microsoft.com/office/drawing/2014/main" id="{765AD940-6C13-31A2-9713-625F6546BFBE}"/>
                </a:ext>
              </a:extLst>
            </p:cNvPr>
            <p:cNvCxnSpPr>
              <a:cxnSpLocks/>
            </p:cNvCxnSpPr>
            <p:nvPr/>
          </p:nvCxnSpPr>
          <p:spPr>
            <a:xfrm>
              <a:off x="2287887" y="2867737"/>
              <a:ext cx="13880" cy="232827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3183D2F8-3B21-1AFE-99E7-FEABF82F0B12}"/>
                </a:ext>
              </a:extLst>
            </p:cNvPr>
            <p:cNvSpPr txBox="1"/>
            <p:nvPr/>
          </p:nvSpPr>
          <p:spPr>
            <a:xfrm>
              <a:off x="1785548" y="3903657"/>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merge()@2</a:t>
              </a:r>
            </a:p>
          </p:txBody>
        </p:sp>
      </p:grpSp>
      <p:grpSp>
        <p:nvGrpSpPr>
          <p:cNvPr id="29735" name="Group 29734">
            <a:extLst>
              <a:ext uri="{FF2B5EF4-FFF2-40B4-BE49-F238E27FC236}">
                <a16:creationId xmlns:a16="http://schemas.microsoft.com/office/drawing/2014/main" id="{3FCA0DDB-6F5D-4746-0FE5-04F56BBAB308}"/>
              </a:ext>
            </a:extLst>
          </p:cNvPr>
          <p:cNvGrpSpPr/>
          <p:nvPr/>
        </p:nvGrpSpPr>
        <p:grpSpPr>
          <a:xfrm>
            <a:off x="5657711" y="1921898"/>
            <a:ext cx="2460144" cy="808016"/>
            <a:chOff x="5657711" y="1921898"/>
            <a:chExt cx="2460144" cy="808016"/>
          </a:xfrm>
        </p:grpSpPr>
        <p:grpSp>
          <p:nvGrpSpPr>
            <p:cNvPr id="24" name="Group 23">
              <a:extLst>
                <a:ext uri="{FF2B5EF4-FFF2-40B4-BE49-F238E27FC236}">
                  <a16:creationId xmlns:a16="http://schemas.microsoft.com/office/drawing/2014/main" id="{329FB58E-67CC-CE9E-3BDA-2DF9AB561D69}"/>
                </a:ext>
              </a:extLst>
            </p:cNvPr>
            <p:cNvGrpSpPr/>
            <p:nvPr/>
          </p:nvGrpSpPr>
          <p:grpSpPr>
            <a:xfrm>
              <a:off x="6693760" y="2348914"/>
              <a:ext cx="1424095" cy="381000"/>
              <a:chOff x="4575421" y="2362884"/>
              <a:chExt cx="1424095" cy="381000"/>
            </a:xfrm>
          </p:grpSpPr>
          <p:sp>
            <p:nvSpPr>
              <p:cNvPr id="20" name="Rounded Rectangle 19">
                <a:extLst>
                  <a:ext uri="{FF2B5EF4-FFF2-40B4-BE49-F238E27FC236}">
                    <a16:creationId xmlns:a16="http://schemas.microsoft.com/office/drawing/2014/main" id="{3AAB9410-B28E-6423-3FCB-74DDC400612F}"/>
                  </a:ext>
                </a:extLst>
              </p:cNvPr>
              <p:cNvSpPr/>
              <p:nvPr/>
            </p:nvSpPr>
            <p:spPr>
              <a:xfrm>
                <a:off x="554893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21" name="Rounded Rectangle 20">
                <a:extLst>
                  <a:ext uri="{FF2B5EF4-FFF2-40B4-BE49-F238E27FC236}">
                    <a16:creationId xmlns:a16="http://schemas.microsoft.com/office/drawing/2014/main" id="{C9300950-7DF0-BD71-1632-99ED089A7376}"/>
                  </a:ext>
                </a:extLst>
              </p:cNvPr>
              <p:cNvSpPr/>
              <p:nvPr/>
            </p:nvSpPr>
            <p:spPr>
              <a:xfrm>
                <a:off x="4575421"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22" name="Rounded Rectangle 21">
                <a:extLst>
                  <a:ext uri="{FF2B5EF4-FFF2-40B4-BE49-F238E27FC236}">
                    <a16:creationId xmlns:a16="http://schemas.microsoft.com/office/drawing/2014/main" id="{AA5275D5-53A6-2D79-2A7B-504528192E12}"/>
                  </a:ext>
                </a:extLst>
              </p:cNvPr>
              <p:cNvSpPr/>
              <p:nvPr/>
            </p:nvSpPr>
            <p:spPr>
              <a:xfrm>
                <a:off x="5062176" y="2362884"/>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00" name="Straight Arrow Connector 29699">
              <a:extLst>
                <a:ext uri="{FF2B5EF4-FFF2-40B4-BE49-F238E27FC236}">
                  <a16:creationId xmlns:a16="http://schemas.microsoft.com/office/drawing/2014/main" id="{BCBCD8DF-D728-C9E9-B758-516F95A068E5}"/>
                </a:ext>
              </a:extLst>
            </p:cNvPr>
            <p:cNvCxnSpPr>
              <a:cxnSpLocks/>
            </p:cNvCxnSpPr>
            <p:nvPr/>
          </p:nvCxnSpPr>
          <p:spPr>
            <a:xfrm>
              <a:off x="5657711" y="2027052"/>
              <a:ext cx="961608" cy="381837"/>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58" name="TextBox 57">
              <a:extLst>
                <a:ext uri="{FF2B5EF4-FFF2-40B4-BE49-F238E27FC236}">
                  <a16:creationId xmlns:a16="http://schemas.microsoft.com/office/drawing/2014/main" id="{DF5168DF-4468-76BC-DB25-CF3330CAF942}"/>
                </a:ext>
              </a:extLst>
            </p:cNvPr>
            <p:cNvSpPr txBox="1"/>
            <p:nvPr/>
          </p:nvSpPr>
          <p:spPr>
            <a:xfrm>
              <a:off x="6160397" y="192189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():5</a:t>
              </a:r>
            </a:p>
          </p:txBody>
        </p:sp>
      </p:grpSp>
      <p:sp>
        <p:nvSpPr>
          <p:cNvPr id="60" name="TextBox 59">
            <a:extLst>
              <a:ext uri="{FF2B5EF4-FFF2-40B4-BE49-F238E27FC236}">
                <a16:creationId xmlns:a16="http://schemas.microsoft.com/office/drawing/2014/main" id="{4E9CBF71-A894-E249-1D1B-B9B09950715A}"/>
              </a:ext>
            </a:extLst>
          </p:cNvPr>
          <p:cNvSpPr txBox="1"/>
          <p:nvPr/>
        </p:nvSpPr>
        <p:spPr>
          <a:xfrm>
            <a:off x="4076829" y="121343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():1</a:t>
            </a:r>
          </a:p>
        </p:txBody>
      </p:sp>
      <p:grpSp>
        <p:nvGrpSpPr>
          <p:cNvPr id="29739" name="Group 29738">
            <a:extLst>
              <a:ext uri="{FF2B5EF4-FFF2-40B4-BE49-F238E27FC236}">
                <a16:creationId xmlns:a16="http://schemas.microsoft.com/office/drawing/2014/main" id="{E5629AB2-DC5B-C910-82F6-5D7FE0DB2346}"/>
              </a:ext>
            </a:extLst>
          </p:cNvPr>
          <p:cNvGrpSpPr/>
          <p:nvPr/>
        </p:nvGrpSpPr>
        <p:grpSpPr>
          <a:xfrm>
            <a:off x="5131580" y="2769415"/>
            <a:ext cx="1909277" cy="865863"/>
            <a:chOff x="5131580" y="2769415"/>
            <a:chExt cx="1909277" cy="865863"/>
          </a:xfrm>
        </p:grpSpPr>
        <p:grpSp>
          <p:nvGrpSpPr>
            <p:cNvPr id="34" name="Group 33">
              <a:extLst>
                <a:ext uri="{FF2B5EF4-FFF2-40B4-BE49-F238E27FC236}">
                  <a16:creationId xmlns:a16="http://schemas.microsoft.com/office/drawing/2014/main" id="{E4E93D97-1DAC-C5A3-7E2A-9839BCFC1C5B}"/>
                </a:ext>
              </a:extLst>
            </p:cNvPr>
            <p:cNvGrpSpPr/>
            <p:nvPr/>
          </p:nvGrpSpPr>
          <p:grpSpPr>
            <a:xfrm>
              <a:off x="5681979" y="3254278"/>
              <a:ext cx="937340" cy="381000"/>
              <a:chOff x="5527303" y="3513309"/>
              <a:chExt cx="937340" cy="381000"/>
            </a:xfrm>
          </p:grpSpPr>
          <p:sp>
            <p:nvSpPr>
              <p:cNvPr id="32" name="Rounded Rectangle 31">
                <a:extLst>
                  <a:ext uri="{FF2B5EF4-FFF2-40B4-BE49-F238E27FC236}">
                    <a16:creationId xmlns:a16="http://schemas.microsoft.com/office/drawing/2014/main" id="{7D65CF9F-B001-BF0A-74F9-4A15D048E0A3}"/>
                  </a:ext>
                </a:extLst>
              </p:cNvPr>
              <p:cNvSpPr/>
              <p:nvPr/>
            </p:nvSpPr>
            <p:spPr>
              <a:xfrm>
                <a:off x="5527303"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33" name="Rounded Rectangle 32">
                <a:extLst>
                  <a:ext uri="{FF2B5EF4-FFF2-40B4-BE49-F238E27FC236}">
                    <a16:creationId xmlns:a16="http://schemas.microsoft.com/office/drawing/2014/main" id="{E1A9A125-A825-C00D-4A64-BADA3C77F711}"/>
                  </a:ext>
                </a:extLst>
              </p:cNvPr>
              <p:cNvSpPr/>
              <p:nvPr/>
            </p:nvSpPr>
            <p:spPr>
              <a:xfrm>
                <a:off x="6014058" y="3513309"/>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10" name="Straight Arrow Connector 29709">
              <a:extLst>
                <a:ext uri="{FF2B5EF4-FFF2-40B4-BE49-F238E27FC236}">
                  <a16:creationId xmlns:a16="http://schemas.microsoft.com/office/drawing/2014/main" id="{F2938C86-DFEB-1FC0-4A17-ACD0CBD89EC7}"/>
                </a:ext>
              </a:extLst>
            </p:cNvPr>
            <p:cNvCxnSpPr>
              <a:cxnSpLocks/>
            </p:cNvCxnSpPr>
            <p:nvPr/>
          </p:nvCxnSpPr>
          <p:spPr>
            <a:xfrm flipH="1">
              <a:off x="6312604" y="2838994"/>
              <a:ext cx="728253"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61" name="TextBox 60">
              <a:extLst>
                <a:ext uri="{FF2B5EF4-FFF2-40B4-BE49-F238E27FC236}">
                  <a16:creationId xmlns:a16="http://schemas.microsoft.com/office/drawing/2014/main" id="{D6EBE656-3083-D1AE-C893-98349DF87D10}"/>
                </a:ext>
              </a:extLst>
            </p:cNvPr>
            <p:cNvSpPr txBox="1"/>
            <p:nvPr/>
          </p:nvSpPr>
          <p:spPr>
            <a:xfrm>
              <a:off x="5131580" y="2769415"/>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():6</a:t>
              </a:r>
            </a:p>
          </p:txBody>
        </p:sp>
      </p:grpSp>
      <p:grpSp>
        <p:nvGrpSpPr>
          <p:cNvPr id="29741" name="Group 29740">
            <a:extLst>
              <a:ext uri="{FF2B5EF4-FFF2-40B4-BE49-F238E27FC236}">
                <a16:creationId xmlns:a16="http://schemas.microsoft.com/office/drawing/2014/main" id="{9C3EB89F-2705-8ECF-4BD7-CD32BE30FCE9}"/>
              </a:ext>
            </a:extLst>
          </p:cNvPr>
          <p:cNvGrpSpPr/>
          <p:nvPr/>
        </p:nvGrpSpPr>
        <p:grpSpPr>
          <a:xfrm>
            <a:off x="7667270" y="2751668"/>
            <a:ext cx="1993317" cy="883610"/>
            <a:chOff x="7667270" y="2751668"/>
            <a:chExt cx="1993317" cy="883610"/>
          </a:xfrm>
        </p:grpSpPr>
        <p:sp>
          <p:nvSpPr>
            <p:cNvPr id="31" name="Rounded Rectangle 30">
              <a:extLst>
                <a:ext uri="{FF2B5EF4-FFF2-40B4-BE49-F238E27FC236}">
                  <a16:creationId xmlns:a16="http://schemas.microsoft.com/office/drawing/2014/main" id="{2AA51CC7-2249-DDE1-1589-66F837E9B03B}"/>
                </a:ext>
              </a:extLst>
            </p:cNvPr>
            <p:cNvSpPr/>
            <p:nvPr/>
          </p:nvSpPr>
          <p:spPr>
            <a:xfrm>
              <a:off x="8388749" y="3254278"/>
              <a:ext cx="450585" cy="381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cxnSp>
          <p:nvCxnSpPr>
            <p:cNvPr id="29711" name="Straight Arrow Connector 29710">
              <a:extLst>
                <a:ext uri="{FF2B5EF4-FFF2-40B4-BE49-F238E27FC236}">
                  <a16:creationId xmlns:a16="http://schemas.microsoft.com/office/drawing/2014/main" id="{BDD7FF28-5A9D-71BB-5844-15B4F424D810}"/>
                </a:ext>
              </a:extLst>
            </p:cNvPr>
            <p:cNvCxnSpPr>
              <a:cxnSpLocks/>
            </p:cNvCxnSpPr>
            <p:nvPr/>
          </p:nvCxnSpPr>
          <p:spPr>
            <a:xfrm>
              <a:off x="7667270" y="2838994"/>
              <a:ext cx="656366" cy="332663"/>
            </a:xfrm>
            <a:prstGeom prst="straightConnector1">
              <a:avLst/>
            </a:prstGeom>
            <a:ln w="28575">
              <a:solidFill>
                <a:srgbClr val="7030A0"/>
              </a:solidFill>
              <a:tailEnd type="triangle"/>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63AB2FF7-F6AF-5E7B-F085-85F5734E3B09}"/>
                </a:ext>
              </a:extLst>
            </p:cNvPr>
            <p:cNvSpPr txBox="1"/>
            <p:nvPr/>
          </p:nvSpPr>
          <p:spPr>
            <a:xfrm>
              <a:off x="8079705" y="2751668"/>
              <a:ext cx="1580882" cy="340093"/>
            </a:xfrm>
            <a:prstGeom prst="rect">
              <a:avLst/>
            </a:prstGeom>
            <a:noFill/>
          </p:spPr>
          <p:txBody>
            <a:bodyPr wrap="none" rtlCol="0">
              <a:spAutoFit/>
            </a:bodyPr>
            <a:lstStyle/>
            <a:p>
              <a:r>
                <a:rPr lang="en-US" sz="1400" dirty="0" err="1">
                  <a:solidFill>
                    <a:srgbClr val="FF0000"/>
                  </a:solidFill>
                  <a:latin typeface="Courier New" panose="02070309020205020404" pitchFamily="49" charset="0"/>
                  <a:cs typeface="Courier New" panose="02070309020205020404" pitchFamily="49" charset="0"/>
                </a:rPr>
                <a:t>mergesort</a:t>
              </a:r>
              <a:r>
                <a:rPr lang="en-US" sz="1400" dirty="0">
                  <a:solidFill>
                    <a:srgbClr val="FF0000"/>
                  </a:solidFill>
                  <a:latin typeface="Courier New" panose="02070309020205020404" pitchFamily="49" charset="0"/>
                  <a:cs typeface="Courier New" panose="02070309020205020404" pitchFamily="49" charset="0"/>
                </a:rPr>
                <a:t>():7</a:t>
              </a:r>
            </a:p>
          </p:txBody>
        </p:sp>
      </p:grpSp>
      <p:grpSp>
        <p:nvGrpSpPr>
          <p:cNvPr id="29740" name="Group 29739">
            <a:extLst>
              <a:ext uri="{FF2B5EF4-FFF2-40B4-BE49-F238E27FC236}">
                <a16:creationId xmlns:a16="http://schemas.microsoft.com/office/drawing/2014/main" id="{7DEDF6B0-C364-5A9D-FC35-CC2C42215B47}"/>
              </a:ext>
            </a:extLst>
          </p:cNvPr>
          <p:cNvGrpSpPr/>
          <p:nvPr/>
        </p:nvGrpSpPr>
        <p:grpSpPr>
          <a:xfrm>
            <a:off x="5017457" y="3741533"/>
            <a:ext cx="1601862" cy="883217"/>
            <a:chOff x="5017457" y="3741533"/>
            <a:chExt cx="1601862" cy="883217"/>
          </a:xfrm>
        </p:grpSpPr>
        <p:grpSp>
          <p:nvGrpSpPr>
            <p:cNvPr id="39" name="Group 38">
              <a:extLst>
                <a:ext uri="{FF2B5EF4-FFF2-40B4-BE49-F238E27FC236}">
                  <a16:creationId xmlns:a16="http://schemas.microsoft.com/office/drawing/2014/main" id="{B729483F-4247-E3CB-C38F-6554150F7210}"/>
                </a:ext>
              </a:extLst>
            </p:cNvPr>
            <p:cNvGrpSpPr/>
            <p:nvPr/>
          </p:nvGrpSpPr>
          <p:grpSpPr>
            <a:xfrm>
              <a:off x="5681979" y="4243750"/>
              <a:ext cx="937340" cy="381000"/>
              <a:chOff x="5527303" y="3513309"/>
              <a:chExt cx="937340" cy="381000"/>
            </a:xfrm>
            <a:solidFill>
              <a:srgbClr val="76D6FF"/>
            </a:solidFill>
          </p:grpSpPr>
          <p:sp>
            <p:nvSpPr>
              <p:cNvPr id="40" name="Rounded Rectangle 39">
                <a:extLst>
                  <a:ext uri="{FF2B5EF4-FFF2-40B4-BE49-F238E27FC236}">
                    <a16:creationId xmlns:a16="http://schemas.microsoft.com/office/drawing/2014/main" id="{C2F4A653-A2A8-8CC5-90F3-FCDE4F8A8A6D}"/>
                  </a:ext>
                </a:extLst>
              </p:cNvPr>
              <p:cNvSpPr/>
              <p:nvPr/>
            </p:nvSpPr>
            <p:spPr>
              <a:xfrm>
                <a:off x="5527303"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sp>
            <p:nvSpPr>
              <p:cNvPr id="41" name="Rounded Rectangle 40">
                <a:extLst>
                  <a:ext uri="{FF2B5EF4-FFF2-40B4-BE49-F238E27FC236}">
                    <a16:creationId xmlns:a16="http://schemas.microsoft.com/office/drawing/2014/main" id="{AEDD9565-D2CD-AC6E-8B3C-5ADB0BF02084}"/>
                  </a:ext>
                </a:extLst>
              </p:cNvPr>
              <p:cNvSpPr/>
              <p:nvPr/>
            </p:nvSpPr>
            <p:spPr>
              <a:xfrm>
                <a:off x="6014058" y="3513309"/>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grpSp>
        <p:cxnSp>
          <p:nvCxnSpPr>
            <p:cNvPr id="63" name="Straight Arrow Connector 62">
              <a:extLst>
                <a:ext uri="{FF2B5EF4-FFF2-40B4-BE49-F238E27FC236}">
                  <a16:creationId xmlns:a16="http://schemas.microsoft.com/office/drawing/2014/main" id="{62B8B58E-CBD6-3BF9-E2B8-3047D308BC35}"/>
                </a:ext>
              </a:extLst>
            </p:cNvPr>
            <p:cNvCxnSpPr>
              <a:cxnSpLocks/>
            </p:cNvCxnSpPr>
            <p:nvPr/>
          </p:nvCxnSpPr>
          <p:spPr>
            <a:xfrm>
              <a:off x="6164336" y="3741533"/>
              <a:ext cx="0" cy="446348"/>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696" name="TextBox 29695">
              <a:extLst>
                <a:ext uri="{FF2B5EF4-FFF2-40B4-BE49-F238E27FC236}">
                  <a16:creationId xmlns:a16="http://schemas.microsoft.com/office/drawing/2014/main" id="{85107895-A5A0-101E-7FA5-55004809C6AD}"/>
                </a:ext>
              </a:extLst>
            </p:cNvPr>
            <p:cNvSpPr txBox="1"/>
            <p:nvPr/>
          </p:nvSpPr>
          <p:spPr>
            <a:xfrm>
              <a:off x="5017457" y="3758172"/>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merge()@6</a:t>
              </a:r>
            </a:p>
          </p:txBody>
        </p:sp>
      </p:grpSp>
      <p:grpSp>
        <p:nvGrpSpPr>
          <p:cNvPr id="29745" name="Group 29744">
            <a:extLst>
              <a:ext uri="{FF2B5EF4-FFF2-40B4-BE49-F238E27FC236}">
                <a16:creationId xmlns:a16="http://schemas.microsoft.com/office/drawing/2014/main" id="{6979834D-9988-F24E-46B8-FF0BAFBA5E52}"/>
              </a:ext>
            </a:extLst>
          </p:cNvPr>
          <p:cNvGrpSpPr/>
          <p:nvPr/>
        </p:nvGrpSpPr>
        <p:grpSpPr>
          <a:xfrm>
            <a:off x="6693760" y="2874031"/>
            <a:ext cx="1424095" cy="2801452"/>
            <a:chOff x="6693760" y="2874031"/>
            <a:chExt cx="1424095" cy="2801452"/>
          </a:xfrm>
        </p:grpSpPr>
        <p:grpSp>
          <p:nvGrpSpPr>
            <p:cNvPr id="47" name="Group 46">
              <a:extLst>
                <a:ext uri="{FF2B5EF4-FFF2-40B4-BE49-F238E27FC236}">
                  <a16:creationId xmlns:a16="http://schemas.microsoft.com/office/drawing/2014/main" id="{4B3C239B-55D6-AA35-F75C-2FAA518B164A}"/>
                </a:ext>
              </a:extLst>
            </p:cNvPr>
            <p:cNvGrpSpPr/>
            <p:nvPr/>
          </p:nvGrpSpPr>
          <p:grpSpPr>
            <a:xfrm>
              <a:off x="6693760" y="5294483"/>
              <a:ext cx="1424095" cy="381000"/>
              <a:chOff x="4575421" y="2362884"/>
              <a:chExt cx="1424095" cy="381000"/>
            </a:xfrm>
            <a:solidFill>
              <a:srgbClr val="76D6FF"/>
            </a:solidFill>
          </p:grpSpPr>
          <p:sp>
            <p:nvSpPr>
              <p:cNvPr id="48" name="Rounded Rectangle 47">
                <a:extLst>
                  <a:ext uri="{FF2B5EF4-FFF2-40B4-BE49-F238E27FC236}">
                    <a16:creationId xmlns:a16="http://schemas.microsoft.com/office/drawing/2014/main" id="{74488688-30D4-29C8-644F-97194CF3D8A9}"/>
                  </a:ext>
                </a:extLst>
              </p:cNvPr>
              <p:cNvSpPr/>
              <p:nvPr/>
            </p:nvSpPr>
            <p:spPr>
              <a:xfrm>
                <a:off x="554893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49" name="Rounded Rectangle 48">
                <a:extLst>
                  <a:ext uri="{FF2B5EF4-FFF2-40B4-BE49-F238E27FC236}">
                    <a16:creationId xmlns:a16="http://schemas.microsoft.com/office/drawing/2014/main" id="{2432B597-5DCB-7DC6-544D-5A8F36CB4689}"/>
                  </a:ext>
                </a:extLst>
              </p:cNvPr>
              <p:cNvSpPr/>
              <p:nvPr/>
            </p:nvSpPr>
            <p:spPr>
              <a:xfrm>
                <a:off x="4575421"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0" name="Rounded Rectangle 49">
                <a:extLst>
                  <a:ext uri="{FF2B5EF4-FFF2-40B4-BE49-F238E27FC236}">
                    <a16:creationId xmlns:a16="http://schemas.microsoft.com/office/drawing/2014/main" id="{5555E351-7F57-7389-D040-887A81218C4D}"/>
                  </a:ext>
                </a:extLst>
              </p:cNvPr>
              <p:cNvSpPr/>
              <p:nvPr/>
            </p:nvSpPr>
            <p:spPr>
              <a:xfrm>
                <a:off x="5062176" y="2362884"/>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698" name="Straight Arrow Connector 29697">
              <a:extLst>
                <a:ext uri="{FF2B5EF4-FFF2-40B4-BE49-F238E27FC236}">
                  <a16:creationId xmlns:a16="http://schemas.microsoft.com/office/drawing/2014/main" id="{BB04F1B0-5440-85AB-303E-2B95C4F7CFD9}"/>
                </a:ext>
              </a:extLst>
            </p:cNvPr>
            <p:cNvCxnSpPr>
              <a:cxnSpLocks/>
            </p:cNvCxnSpPr>
            <p:nvPr/>
          </p:nvCxnSpPr>
          <p:spPr>
            <a:xfrm>
              <a:off x="7398819" y="2874031"/>
              <a:ext cx="13880" cy="2328279"/>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699" name="TextBox 29698">
              <a:extLst>
                <a:ext uri="{FF2B5EF4-FFF2-40B4-BE49-F238E27FC236}">
                  <a16:creationId xmlns:a16="http://schemas.microsoft.com/office/drawing/2014/main" id="{DFC0DA73-A48B-8168-4274-2361BCB16E68}"/>
                </a:ext>
              </a:extLst>
            </p:cNvPr>
            <p:cNvSpPr txBox="1"/>
            <p:nvPr/>
          </p:nvSpPr>
          <p:spPr>
            <a:xfrm>
              <a:off x="6896480" y="3909951"/>
              <a:ext cx="1151277" cy="340093"/>
            </a:xfrm>
            <a:prstGeom prst="rect">
              <a:avLst/>
            </a:prstGeom>
            <a:noFill/>
          </p:spPr>
          <p:txBody>
            <a:bodyPr wrap="none" rtlCol="0">
              <a:spAutoFit/>
            </a:bodyPr>
            <a:lstStyle/>
            <a:p>
              <a:r>
                <a:rPr lang="en-US" sz="1400" dirty="0">
                  <a:solidFill>
                    <a:srgbClr val="0000FF"/>
                  </a:solidFill>
                  <a:latin typeface="Courier New" panose="02070309020205020404" pitchFamily="49" charset="0"/>
                  <a:cs typeface="Courier New" panose="02070309020205020404" pitchFamily="49" charset="0"/>
                </a:rPr>
                <a:t>merge()@5</a:t>
              </a:r>
            </a:p>
          </p:txBody>
        </p:sp>
      </p:grpSp>
      <p:grpSp>
        <p:nvGrpSpPr>
          <p:cNvPr id="29756" name="Group 29755">
            <a:extLst>
              <a:ext uri="{FF2B5EF4-FFF2-40B4-BE49-F238E27FC236}">
                <a16:creationId xmlns:a16="http://schemas.microsoft.com/office/drawing/2014/main" id="{5ADE546E-BEE5-CBD1-C292-ADE74A741A08}"/>
              </a:ext>
            </a:extLst>
          </p:cNvPr>
          <p:cNvGrpSpPr/>
          <p:nvPr/>
        </p:nvGrpSpPr>
        <p:grpSpPr>
          <a:xfrm>
            <a:off x="3494244" y="2090138"/>
            <a:ext cx="2891446" cy="4229284"/>
            <a:chOff x="3494244" y="2090138"/>
            <a:chExt cx="2891446" cy="4229284"/>
          </a:xfrm>
        </p:grpSpPr>
        <p:grpSp>
          <p:nvGrpSpPr>
            <p:cNvPr id="51" name="Group 50">
              <a:extLst>
                <a:ext uri="{FF2B5EF4-FFF2-40B4-BE49-F238E27FC236}">
                  <a16:creationId xmlns:a16="http://schemas.microsoft.com/office/drawing/2014/main" id="{524C4CC7-3111-260C-21D5-C1DC8EC13577}"/>
                </a:ext>
              </a:extLst>
            </p:cNvPr>
            <p:cNvGrpSpPr/>
            <p:nvPr/>
          </p:nvGrpSpPr>
          <p:grpSpPr>
            <a:xfrm>
              <a:off x="3494244" y="5938422"/>
              <a:ext cx="2891446" cy="381000"/>
              <a:chOff x="2970212" y="1761392"/>
              <a:chExt cx="2891446" cy="381000"/>
            </a:xfrm>
            <a:solidFill>
              <a:srgbClr val="76D6FF"/>
            </a:solidFill>
          </p:grpSpPr>
          <p:sp>
            <p:nvSpPr>
              <p:cNvPr id="52" name="Rounded Rectangle 51">
                <a:extLst>
                  <a:ext uri="{FF2B5EF4-FFF2-40B4-BE49-F238E27FC236}">
                    <a16:creationId xmlns:a16="http://schemas.microsoft.com/office/drawing/2014/main" id="{A8B4E2AA-2486-116D-CFBA-B15DD2286C3E}"/>
                  </a:ext>
                </a:extLst>
              </p:cNvPr>
              <p:cNvSpPr/>
              <p:nvPr/>
            </p:nvSpPr>
            <p:spPr>
              <a:xfrm>
                <a:off x="395080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6</a:t>
                </a:r>
              </a:p>
            </p:txBody>
          </p:sp>
          <p:sp>
            <p:nvSpPr>
              <p:cNvPr id="53" name="Rounded Rectangle 52">
                <a:extLst>
                  <a:ext uri="{FF2B5EF4-FFF2-40B4-BE49-F238E27FC236}">
                    <a16:creationId xmlns:a16="http://schemas.microsoft.com/office/drawing/2014/main" id="{4EC9105A-0FB7-8821-2EE9-929B9FA2CF40}"/>
                  </a:ext>
                </a:extLst>
              </p:cNvPr>
              <p:cNvSpPr/>
              <p:nvPr/>
            </p:nvSpPr>
            <p:spPr>
              <a:xfrm>
                <a:off x="29702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a:t>
                </a:r>
              </a:p>
            </p:txBody>
          </p:sp>
          <p:sp>
            <p:nvSpPr>
              <p:cNvPr id="54" name="Rounded Rectangle 53">
                <a:extLst>
                  <a:ext uri="{FF2B5EF4-FFF2-40B4-BE49-F238E27FC236}">
                    <a16:creationId xmlns:a16="http://schemas.microsoft.com/office/drawing/2014/main" id="{293319F8-2F37-B61D-E1AC-FC3881DA96D8}"/>
                  </a:ext>
                </a:extLst>
              </p:cNvPr>
              <p:cNvSpPr/>
              <p:nvPr/>
            </p:nvSpPr>
            <p:spPr>
              <a:xfrm>
                <a:off x="3465512"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5</a:t>
                </a:r>
              </a:p>
            </p:txBody>
          </p:sp>
          <p:sp>
            <p:nvSpPr>
              <p:cNvPr id="55" name="Rounded Rectangle 54">
                <a:extLst>
                  <a:ext uri="{FF2B5EF4-FFF2-40B4-BE49-F238E27FC236}">
                    <a16:creationId xmlns:a16="http://schemas.microsoft.com/office/drawing/2014/main" id="{D190BDE2-3066-890D-0917-226914AABFD9}"/>
                  </a:ext>
                </a:extLst>
              </p:cNvPr>
              <p:cNvSpPr/>
              <p:nvPr/>
            </p:nvSpPr>
            <p:spPr>
              <a:xfrm>
                <a:off x="541107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10</a:t>
                </a:r>
              </a:p>
            </p:txBody>
          </p:sp>
          <p:sp>
            <p:nvSpPr>
              <p:cNvPr id="56" name="Rounded Rectangle 55">
                <a:extLst>
                  <a:ext uri="{FF2B5EF4-FFF2-40B4-BE49-F238E27FC236}">
                    <a16:creationId xmlns:a16="http://schemas.microsoft.com/office/drawing/2014/main" id="{47F33114-4A54-6AA5-FA13-9E6DE0BC508D}"/>
                  </a:ext>
                </a:extLst>
              </p:cNvPr>
              <p:cNvSpPr/>
              <p:nvPr/>
            </p:nvSpPr>
            <p:spPr>
              <a:xfrm>
                <a:off x="4437563"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7</a:t>
                </a:r>
              </a:p>
            </p:txBody>
          </p:sp>
          <p:sp>
            <p:nvSpPr>
              <p:cNvPr id="57" name="Rounded Rectangle 56">
                <a:extLst>
                  <a:ext uri="{FF2B5EF4-FFF2-40B4-BE49-F238E27FC236}">
                    <a16:creationId xmlns:a16="http://schemas.microsoft.com/office/drawing/2014/main" id="{D5640CC8-DD80-F635-3C5E-960E951C783E}"/>
                  </a:ext>
                </a:extLst>
              </p:cNvPr>
              <p:cNvSpPr/>
              <p:nvPr/>
            </p:nvSpPr>
            <p:spPr>
              <a:xfrm>
                <a:off x="4924318" y="1761392"/>
                <a:ext cx="450585" cy="381000"/>
              </a:xfrm>
              <a:prstGeom prst="roundRect">
                <a:avLst/>
              </a:prstGeom>
              <a:grpFill/>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a:t>9</a:t>
                </a:r>
              </a:p>
            </p:txBody>
          </p:sp>
        </p:grpSp>
        <p:cxnSp>
          <p:nvCxnSpPr>
            <p:cNvPr id="29701" name="Straight Arrow Connector 29700">
              <a:extLst>
                <a:ext uri="{FF2B5EF4-FFF2-40B4-BE49-F238E27FC236}">
                  <a16:creationId xmlns:a16="http://schemas.microsoft.com/office/drawing/2014/main" id="{469EB1A5-3843-5BC7-5473-5FB766E94517}"/>
                </a:ext>
              </a:extLst>
            </p:cNvPr>
            <p:cNvCxnSpPr>
              <a:cxnSpLocks/>
            </p:cNvCxnSpPr>
            <p:nvPr/>
          </p:nvCxnSpPr>
          <p:spPr>
            <a:xfrm>
              <a:off x="4868506" y="2090138"/>
              <a:ext cx="7349" cy="3701062"/>
            </a:xfrm>
            <a:prstGeom prst="straightConnector1">
              <a:avLst/>
            </a:prstGeom>
            <a:ln w="28575">
              <a:solidFill>
                <a:srgbClr val="0000FF"/>
              </a:solidFill>
              <a:tailEnd type="triangle"/>
            </a:ln>
          </p:spPr>
          <p:style>
            <a:lnRef idx="1">
              <a:schemeClr val="dk1"/>
            </a:lnRef>
            <a:fillRef idx="0">
              <a:schemeClr val="dk1"/>
            </a:fillRef>
            <a:effectRef idx="0">
              <a:schemeClr val="dk1"/>
            </a:effectRef>
            <a:fontRef idx="minor">
              <a:schemeClr val="tx1"/>
            </a:fontRef>
          </p:style>
        </p:cxnSp>
        <p:sp>
          <p:nvSpPr>
            <p:cNvPr id="29702" name="TextBox 29701">
              <a:extLst>
                <a:ext uri="{FF2B5EF4-FFF2-40B4-BE49-F238E27FC236}">
                  <a16:creationId xmlns:a16="http://schemas.microsoft.com/office/drawing/2014/main" id="{90468FBB-039F-C328-6BCA-EC08770C35ED}"/>
                </a:ext>
              </a:extLst>
            </p:cNvPr>
            <p:cNvSpPr txBox="1"/>
            <p:nvPr/>
          </p:nvSpPr>
          <p:spPr>
            <a:xfrm>
              <a:off x="4349786" y="4993639"/>
              <a:ext cx="1151277" cy="340093"/>
            </a:xfrm>
            <a:prstGeom prst="rect">
              <a:avLst/>
            </a:prstGeom>
            <a:noFill/>
          </p:spPr>
          <p:txBody>
            <a:bodyPr wrap="square" rtlCol="0">
              <a:spAutoFit/>
            </a:bodyPr>
            <a:lstStyle/>
            <a:p>
              <a:r>
                <a:rPr lang="en-US" sz="1400" dirty="0">
                  <a:solidFill>
                    <a:srgbClr val="0000FF"/>
                  </a:solidFill>
                  <a:latin typeface="Courier New" panose="02070309020205020404" pitchFamily="49" charset="0"/>
                  <a:cs typeface="Courier New" panose="02070309020205020404" pitchFamily="49" charset="0"/>
                </a:rPr>
                <a:t>merge()@1</a:t>
              </a:r>
            </a:p>
          </p:txBody>
        </p:sp>
      </p:grpSp>
    </p:spTree>
    <p:extLst>
      <p:ext uri="{BB962C8B-B14F-4D97-AF65-F5344CB8AC3E}">
        <p14:creationId xmlns:p14="http://schemas.microsoft.com/office/powerpoint/2010/main" val="36124458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70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7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7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97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97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72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73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973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974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97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974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974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97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1"/>
          <p:cNvSpPr>
            <a:spLocks noGrp="1"/>
          </p:cNvSpPr>
          <p:nvPr>
            <p:ph type="subTitle" idx="1"/>
          </p:nvPr>
        </p:nvSpPr>
        <p:spPr/>
        <p:txBody>
          <a:bodyPr/>
          <a:lstStyle/>
          <a:p>
            <a:r>
              <a:rPr lang="en-US" altLang="en-US" dirty="0">
                <a:latin typeface="Arial" panose="020B0604020202020204" pitchFamily="34" charset="0"/>
              </a:rPr>
              <a:t>Complexity of </a:t>
            </a:r>
            <a:r>
              <a:rPr lang="en-US" altLang="en-US" dirty="0" err="1">
                <a:latin typeface="Arial" panose="020B0604020202020204" pitchFamily="34" charset="0"/>
              </a:rPr>
              <a:t>Mergesort</a:t>
            </a:r>
            <a:endParaRPr lang="en-US" altLang="en-US" dirty="0">
              <a:latin typeface="Arial" panose="020B0604020202020204" pitchFamily="34" charset="0"/>
            </a:endParaRP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b="0" dirty="0"/>
              <a:t>Complexity of </a:t>
            </a:r>
            <a:r>
              <a:rPr lang="en-US" dirty="0"/>
              <a:t>merge()</a:t>
            </a:r>
          </a:p>
        </p:txBody>
      </p:sp>
      <p:sp>
        <p:nvSpPr>
          <p:cNvPr id="45059" name="TextBox 180"/>
          <p:cNvSpPr txBox="1">
            <a:spLocks noChangeArrowheads="1"/>
          </p:cNvSpPr>
          <p:nvPr/>
        </p:nvSpPr>
        <p:spPr bwMode="auto">
          <a:xfrm>
            <a:off x="366616" y="1471733"/>
            <a:ext cx="9156796" cy="4982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530225" indent="-342900" eaLnBrk="1" hangingPunct="1">
              <a:buSzPct val="120000"/>
              <a:buFont typeface="Wingdings" panose="05000000000000000000" pitchFamily="2" charset="2"/>
              <a:buChar char="§"/>
            </a:pPr>
            <a:r>
              <a:rPr lang="en-US" altLang="en-US" sz="2000" b="0" dirty="0">
                <a:solidFill>
                  <a:schemeClr val="tx1"/>
                </a:solidFill>
              </a:rPr>
              <a:t>After </a:t>
            </a:r>
            <a:r>
              <a:rPr lang="en-US" altLang="en-US" sz="2000" b="0" dirty="0">
                <a:solidFill>
                  <a:srgbClr val="C00000"/>
                </a:solidFill>
              </a:rPr>
              <a:t>each</a:t>
            </a:r>
            <a:r>
              <a:rPr lang="en-US" altLang="en-US" sz="2000" b="0" dirty="0">
                <a:solidFill>
                  <a:schemeClr val="tx1"/>
                </a:solidFill>
              </a:rPr>
              <a:t> comparison of keys from the two sub-lists, </a:t>
            </a:r>
            <a:r>
              <a:rPr lang="en-US" altLang="en-US" sz="2000" b="0" dirty="0">
                <a:solidFill>
                  <a:srgbClr val="C00000"/>
                </a:solidFill>
              </a:rPr>
              <a:t>at least one</a:t>
            </a:r>
            <a:r>
              <a:rPr lang="en-US" altLang="en-US" sz="2000" b="0" dirty="0">
                <a:solidFill>
                  <a:schemeClr val="tx1"/>
                </a:solidFill>
              </a:rPr>
              <a:t> element is moved to the new merged list and never compared again</a:t>
            </a: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2000" b="0" dirty="0">
              <a:solidFill>
                <a:schemeClr val="tx1"/>
              </a:solidFill>
            </a:endParaRPr>
          </a:p>
          <a:p>
            <a:pPr marL="530225" indent="-342900" eaLnBrk="1" hangingPunct="1">
              <a:buSzPct val="120000"/>
              <a:buFont typeface="Wingdings" panose="05000000000000000000" pitchFamily="2" charset="2"/>
              <a:buChar char="§"/>
            </a:pPr>
            <a:endParaRPr lang="en-US" altLang="en-US" sz="800" b="0" dirty="0">
              <a:solidFill>
                <a:schemeClr val="tx1"/>
              </a:solidFill>
            </a:endParaRPr>
          </a:p>
          <a:p>
            <a:pPr marL="530225" indent="-342900" eaLnBrk="1" hangingPunct="1">
              <a:buSzPct val="120000"/>
              <a:buFont typeface="Wingdings" panose="05000000000000000000" pitchFamily="2" charset="2"/>
              <a:buChar char="§"/>
            </a:pPr>
            <a:r>
              <a:rPr lang="en-US" altLang="en-US" sz="2000" b="0" dirty="0">
                <a:solidFill>
                  <a:schemeClr val="tx1"/>
                </a:solidFill>
              </a:rPr>
              <a:t>After the </a:t>
            </a:r>
            <a:r>
              <a:rPr lang="en-US" altLang="en-US" sz="2000" b="0" dirty="0">
                <a:solidFill>
                  <a:srgbClr val="C00000"/>
                </a:solidFill>
              </a:rPr>
              <a:t>last</a:t>
            </a:r>
            <a:r>
              <a:rPr lang="en-US" altLang="en-US" sz="2000" b="0" dirty="0">
                <a:solidFill>
                  <a:srgbClr val="FF0000"/>
                </a:solidFill>
              </a:rPr>
              <a:t> </a:t>
            </a:r>
            <a:r>
              <a:rPr lang="en-US" altLang="en-US" sz="2000" b="0" dirty="0">
                <a:solidFill>
                  <a:schemeClr val="tx1"/>
                </a:solidFill>
              </a:rPr>
              <a:t>key comparison, at least </a:t>
            </a:r>
            <a:r>
              <a:rPr lang="en-US" altLang="en-US" sz="2000" b="0" dirty="0">
                <a:solidFill>
                  <a:srgbClr val="C00000"/>
                </a:solidFill>
              </a:rPr>
              <a:t>two</a:t>
            </a:r>
            <a:r>
              <a:rPr lang="en-US" altLang="en-US" sz="2000" b="0" dirty="0">
                <a:solidFill>
                  <a:schemeClr val="tx1"/>
                </a:solidFill>
              </a:rPr>
              <a:t> elements will be moved into the merged list</a:t>
            </a:r>
          </a:p>
          <a:p>
            <a:pPr marL="530225" indent="-342900" eaLnBrk="1" hangingPunct="1">
              <a:buSzPct val="120000"/>
              <a:buFont typeface="Wingdings" panose="05000000000000000000" pitchFamily="2" charset="2"/>
              <a:buChar char="§"/>
            </a:pPr>
            <a:endParaRPr lang="en-US" altLang="en-US" sz="1200" b="0" dirty="0">
              <a:solidFill>
                <a:schemeClr val="tx1"/>
              </a:solidFill>
            </a:endParaRPr>
          </a:p>
          <a:p>
            <a:pPr marL="530225" indent="-342900" eaLnBrk="1" hangingPunct="1">
              <a:buSzPct val="120000"/>
              <a:buFont typeface="Wingdings" panose="05000000000000000000" pitchFamily="2" charset="2"/>
              <a:buChar char="§"/>
            </a:pPr>
            <a:r>
              <a:rPr lang="en-US" altLang="en-US" sz="2000" b="0" dirty="0">
                <a:solidFill>
                  <a:schemeClr val="tx1"/>
                </a:solidFill>
              </a:rPr>
              <a:t>Thus, to merge two sub-lists of </a:t>
            </a:r>
            <a:r>
              <a:rPr lang="en-US" altLang="en-US" sz="2000" b="0" dirty="0">
                <a:solidFill>
                  <a:srgbClr val="0000FF"/>
                </a:solidFill>
              </a:rPr>
              <a:t>n</a:t>
            </a:r>
            <a:r>
              <a:rPr lang="en-US" altLang="en-US" sz="2000" b="0" dirty="0">
                <a:solidFill>
                  <a:schemeClr val="tx1"/>
                </a:solidFill>
              </a:rPr>
              <a:t> elements in total, the number of key comparisons needed is </a:t>
            </a:r>
            <a:r>
              <a:rPr lang="en-US" altLang="en-US" sz="2000" dirty="0">
                <a:solidFill>
                  <a:schemeClr val="tx1"/>
                </a:solidFill>
              </a:rPr>
              <a:t>at most (worst case) </a:t>
            </a:r>
            <a:r>
              <a:rPr lang="en-US" altLang="en-US" sz="2000" b="0" dirty="0">
                <a:solidFill>
                  <a:srgbClr val="0000FF"/>
                </a:solidFill>
              </a:rPr>
              <a:t>n − 1</a:t>
            </a:r>
          </a:p>
          <a:p>
            <a:pPr marL="1273175" lvl="1" indent="-342900" eaLnBrk="1" hangingPunct="1">
              <a:buSzPct val="120000"/>
              <a:buFont typeface="Wingdings" panose="05000000000000000000" pitchFamily="2" charset="2"/>
              <a:buChar char="§"/>
            </a:pPr>
            <a:r>
              <a:rPr lang="en-US" altLang="en-US" sz="2000" b="0" dirty="0">
                <a:solidFill>
                  <a:schemeClr val="tx1"/>
                </a:solidFill>
              </a:rPr>
              <a:t>How about best case?</a:t>
            </a:r>
          </a:p>
        </p:txBody>
      </p:sp>
      <p:grpSp>
        <p:nvGrpSpPr>
          <p:cNvPr id="22" name="Group 21">
            <a:extLst>
              <a:ext uri="{FF2B5EF4-FFF2-40B4-BE49-F238E27FC236}">
                <a16:creationId xmlns:a16="http://schemas.microsoft.com/office/drawing/2014/main" id="{67F87DFD-DFD1-37B8-4765-66A69D492834}"/>
              </a:ext>
            </a:extLst>
          </p:cNvPr>
          <p:cNvGrpSpPr/>
          <p:nvPr/>
        </p:nvGrpSpPr>
        <p:grpSpPr>
          <a:xfrm>
            <a:off x="1530642" y="2438400"/>
            <a:ext cx="6683126" cy="1447801"/>
            <a:chOff x="1530642" y="2438400"/>
            <a:chExt cx="6683126" cy="1447801"/>
          </a:xfrm>
        </p:grpSpPr>
        <p:grpSp>
          <p:nvGrpSpPr>
            <p:cNvPr id="12" name="Group 11">
              <a:extLst>
                <a:ext uri="{FF2B5EF4-FFF2-40B4-BE49-F238E27FC236}">
                  <a16:creationId xmlns:a16="http://schemas.microsoft.com/office/drawing/2014/main" id="{BD16897E-1897-60C3-F7F4-67FC0E2AC34F}"/>
                </a:ext>
              </a:extLst>
            </p:cNvPr>
            <p:cNvGrpSpPr/>
            <p:nvPr/>
          </p:nvGrpSpPr>
          <p:grpSpPr>
            <a:xfrm>
              <a:off x="3656012" y="2438400"/>
              <a:ext cx="381000" cy="1447801"/>
              <a:chOff x="4189412" y="2438400"/>
              <a:chExt cx="381000" cy="1447801"/>
            </a:xfrm>
          </p:grpSpPr>
          <p:sp>
            <p:nvSpPr>
              <p:cNvPr id="2" name="Rectangle 1">
                <a:extLst>
                  <a:ext uri="{FF2B5EF4-FFF2-40B4-BE49-F238E27FC236}">
                    <a16:creationId xmlns:a16="http://schemas.microsoft.com/office/drawing/2014/main" id="{BEEA7954-FCD3-749A-86CB-C6D55814B13A}"/>
                  </a:ext>
                </a:extLst>
              </p:cNvPr>
              <p:cNvSpPr/>
              <p:nvPr/>
            </p:nvSpPr>
            <p:spPr>
              <a:xfrm>
                <a:off x="4189412" y="2438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9156CB63-065B-4D2F-0C44-9D31D136F2EE}"/>
                  </a:ext>
                </a:extLst>
              </p:cNvPr>
              <p:cNvSpPr/>
              <p:nvPr/>
            </p:nvSpPr>
            <p:spPr>
              <a:xfrm>
                <a:off x="4189412" y="2819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82B2877-4C80-A991-4006-7973FD763F37}"/>
                  </a:ext>
                </a:extLst>
              </p:cNvPr>
              <p:cNvSpPr/>
              <p:nvPr/>
            </p:nvSpPr>
            <p:spPr>
              <a:xfrm>
                <a:off x="4189412" y="3200400"/>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A70B4B8-A182-1442-B92E-401CF55BA131}"/>
                  </a:ext>
                </a:extLst>
              </p:cNvPr>
              <p:cNvSpPr/>
              <p:nvPr/>
            </p:nvSpPr>
            <p:spPr>
              <a:xfrm>
                <a:off x="4189412" y="3581401"/>
                <a:ext cx="3810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58ED07CC-78F1-1055-96E5-B3D2CF981324}"/>
                </a:ext>
              </a:extLst>
            </p:cNvPr>
            <p:cNvGrpSpPr/>
            <p:nvPr/>
          </p:nvGrpSpPr>
          <p:grpSpPr>
            <a:xfrm>
              <a:off x="5713412" y="2438400"/>
              <a:ext cx="381000" cy="1447801"/>
              <a:chOff x="5484812" y="2438400"/>
              <a:chExt cx="381000" cy="1447801"/>
            </a:xfrm>
          </p:grpSpPr>
          <p:sp>
            <p:nvSpPr>
              <p:cNvPr id="8" name="Rectangle 7">
                <a:extLst>
                  <a:ext uri="{FF2B5EF4-FFF2-40B4-BE49-F238E27FC236}">
                    <a16:creationId xmlns:a16="http://schemas.microsoft.com/office/drawing/2014/main" id="{347B133F-D477-075B-7A80-C4613E91FCC7}"/>
                  </a:ext>
                </a:extLst>
              </p:cNvPr>
              <p:cNvSpPr/>
              <p:nvPr/>
            </p:nvSpPr>
            <p:spPr>
              <a:xfrm>
                <a:off x="5484812" y="2438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9" name="Rectangle 8">
                <a:extLst>
                  <a:ext uri="{FF2B5EF4-FFF2-40B4-BE49-F238E27FC236}">
                    <a16:creationId xmlns:a16="http://schemas.microsoft.com/office/drawing/2014/main" id="{20A14FEB-27E5-2767-F1CC-FB18B8C6F802}"/>
                  </a:ext>
                </a:extLst>
              </p:cNvPr>
              <p:cNvSpPr/>
              <p:nvPr/>
            </p:nvSpPr>
            <p:spPr>
              <a:xfrm>
                <a:off x="5484812" y="2819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0" name="Rectangle 9">
                <a:extLst>
                  <a:ext uri="{FF2B5EF4-FFF2-40B4-BE49-F238E27FC236}">
                    <a16:creationId xmlns:a16="http://schemas.microsoft.com/office/drawing/2014/main" id="{9B12BAC3-4A78-63CF-746C-79E9AA69B439}"/>
                  </a:ext>
                </a:extLst>
              </p:cNvPr>
              <p:cNvSpPr/>
              <p:nvPr/>
            </p:nvSpPr>
            <p:spPr>
              <a:xfrm>
                <a:off x="5484812" y="3200400"/>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11" name="Rectangle 10">
                <a:extLst>
                  <a:ext uri="{FF2B5EF4-FFF2-40B4-BE49-F238E27FC236}">
                    <a16:creationId xmlns:a16="http://schemas.microsoft.com/office/drawing/2014/main" id="{C4BC6788-99AC-45E8-EC95-8A4DFE70C9BA}"/>
                  </a:ext>
                </a:extLst>
              </p:cNvPr>
              <p:cNvSpPr/>
              <p:nvPr/>
            </p:nvSpPr>
            <p:spPr>
              <a:xfrm>
                <a:off x="5484812" y="3581401"/>
                <a:ext cx="381000" cy="3048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grpSp>
        <p:cxnSp>
          <p:nvCxnSpPr>
            <p:cNvPr id="15" name="Straight Arrow Connector 14">
              <a:extLst>
                <a:ext uri="{FF2B5EF4-FFF2-40B4-BE49-F238E27FC236}">
                  <a16:creationId xmlns:a16="http://schemas.microsoft.com/office/drawing/2014/main" id="{52772BFA-1E8D-92BB-3AB5-A121540EADFC}"/>
                </a:ext>
              </a:extLst>
            </p:cNvPr>
            <p:cNvCxnSpPr/>
            <p:nvPr/>
          </p:nvCxnSpPr>
          <p:spPr>
            <a:xfrm>
              <a:off x="4189412" y="3733801"/>
              <a:ext cx="1371600" cy="0"/>
            </a:xfrm>
            <a:prstGeom prst="straightConnector1">
              <a:avLst/>
            </a:prstGeom>
            <a:ln w="38100">
              <a:solidFill>
                <a:srgbClr val="0000FF"/>
              </a:solidFill>
              <a:headEnd type="triangle"/>
              <a:tailEnd type="triangle"/>
            </a:ln>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078B0F86-1EC8-54F5-E80B-43DFFAB6B0F9}"/>
                </a:ext>
              </a:extLst>
            </p:cNvPr>
            <p:cNvSpPr txBox="1"/>
            <p:nvPr/>
          </p:nvSpPr>
          <p:spPr>
            <a:xfrm>
              <a:off x="4363234" y="3360997"/>
              <a:ext cx="1039067" cy="360612"/>
            </a:xfrm>
            <a:prstGeom prst="rect">
              <a:avLst/>
            </a:prstGeom>
            <a:noFill/>
          </p:spPr>
          <p:txBody>
            <a:bodyPr wrap="none" rtlCol="0">
              <a:spAutoFit/>
            </a:bodyPr>
            <a:lstStyle/>
            <a:p>
              <a:r>
                <a:rPr lang="en-US" dirty="0">
                  <a:solidFill>
                    <a:srgbClr val="0000FF"/>
                  </a:solidFill>
                </a:rPr>
                <a:t>compare</a:t>
              </a:r>
            </a:p>
          </p:txBody>
        </p:sp>
        <p:cxnSp>
          <p:nvCxnSpPr>
            <p:cNvPr id="18" name="Straight Arrow Connector 17">
              <a:extLst>
                <a:ext uri="{FF2B5EF4-FFF2-40B4-BE49-F238E27FC236}">
                  <a16:creationId xmlns:a16="http://schemas.microsoft.com/office/drawing/2014/main" id="{110DC490-BC6A-B8A7-43F2-9C947F1A590B}"/>
                </a:ext>
              </a:extLst>
            </p:cNvPr>
            <p:cNvCxnSpPr/>
            <p:nvPr/>
          </p:nvCxnSpPr>
          <p:spPr>
            <a:xfrm flipV="1">
              <a:off x="3351212" y="2590800"/>
              <a:ext cx="0" cy="1130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1EC007CE-3F53-A452-F240-CCF6E8E35159}"/>
                </a:ext>
              </a:extLst>
            </p:cNvPr>
            <p:cNvCxnSpPr/>
            <p:nvPr/>
          </p:nvCxnSpPr>
          <p:spPr>
            <a:xfrm flipV="1">
              <a:off x="6399212" y="2590799"/>
              <a:ext cx="0" cy="11308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7FC26935-2183-E403-93CF-6AB7D66B2F40}"/>
                </a:ext>
              </a:extLst>
            </p:cNvPr>
            <p:cNvSpPr txBox="1"/>
            <p:nvPr/>
          </p:nvSpPr>
          <p:spPr>
            <a:xfrm>
              <a:off x="1530642" y="2971800"/>
              <a:ext cx="1779654" cy="360612"/>
            </a:xfrm>
            <a:prstGeom prst="rect">
              <a:avLst/>
            </a:prstGeom>
            <a:noFill/>
          </p:spPr>
          <p:txBody>
            <a:bodyPr wrap="none" rtlCol="0">
              <a:spAutoFit/>
            </a:bodyPr>
            <a:lstStyle/>
            <a:p>
              <a:r>
                <a:rPr lang="en-US" dirty="0"/>
                <a:t>ascending order</a:t>
              </a:r>
            </a:p>
          </p:txBody>
        </p:sp>
        <p:sp>
          <p:nvSpPr>
            <p:cNvPr id="21" name="TextBox 20">
              <a:extLst>
                <a:ext uri="{FF2B5EF4-FFF2-40B4-BE49-F238E27FC236}">
                  <a16:creationId xmlns:a16="http://schemas.microsoft.com/office/drawing/2014/main" id="{A29F176C-4EDB-2E3A-C54E-4AE0434EDCC4}"/>
                </a:ext>
              </a:extLst>
            </p:cNvPr>
            <p:cNvSpPr txBox="1"/>
            <p:nvPr/>
          </p:nvSpPr>
          <p:spPr>
            <a:xfrm>
              <a:off x="6434114" y="2943894"/>
              <a:ext cx="1779654" cy="360612"/>
            </a:xfrm>
            <a:prstGeom prst="rect">
              <a:avLst/>
            </a:prstGeom>
            <a:noFill/>
          </p:spPr>
          <p:txBody>
            <a:bodyPr wrap="none" rtlCol="0">
              <a:spAutoFit/>
            </a:bodyPr>
            <a:lstStyle/>
            <a:p>
              <a:r>
                <a:rPr lang="en-US" dirty="0"/>
                <a:t>ascending order</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059">
                                            <p:txEl>
                                              <p:pRg st="6" end="6"/>
                                            </p:txEl>
                                          </p:spTgt>
                                        </p:tgtEl>
                                        <p:attrNameLst>
                                          <p:attrName>style.visibility</p:attrName>
                                        </p:attrNameLst>
                                      </p:cBhvr>
                                      <p:to>
                                        <p:strVal val="visible"/>
                                      </p:to>
                                    </p:set>
                                    <p:animEffect transition="in" filter="fade">
                                      <p:cBhvr>
                                        <p:cTn id="7" dur="500"/>
                                        <p:tgtEl>
                                          <p:spTgt spid="45059">
                                            <p:txEl>
                                              <p:pRg st="6" end="6"/>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5059">
                                            <p:txEl>
                                              <p:pRg st="8" end="8"/>
                                            </p:txEl>
                                          </p:spTgt>
                                        </p:tgtEl>
                                        <p:attrNameLst>
                                          <p:attrName>style.visibility</p:attrName>
                                        </p:attrNameLst>
                                      </p:cBhvr>
                                      <p:to>
                                        <p:strVal val="visible"/>
                                      </p:to>
                                    </p:set>
                                    <p:animEffect transition="in" filter="fade">
                                      <p:cBhvr>
                                        <p:cTn id="12" dur="500"/>
                                        <p:tgtEl>
                                          <p:spTgt spid="45059">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5059">
                                            <p:txEl>
                                              <p:pRg st="9" end="9"/>
                                            </p:txEl>
                                          </p:spTgt>
                                        </p:tgtEl>
                                        <p:attrNameLst>
                                          <p:attrName>style.visibility</p:attrName>
                                        </p:attrNameLst>
                                      </p:cBhvr>
                                      <p:to>
                                        <p:strVal val="visible"/>
                                      </p:to>
                                    </p:set>
                                    <p:animEffect transition="in" filter="fade">
                                      <p:cBhvr>
                                        <p:cTn id="17" dur="500"/>
                                        <p:tgtEl>
                                          <p:spTgt spid="45059">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p:cNvSpPr>
            <a:spLocks noGrp="1"/>
          </p:cNvSpPr>
          <p:nvPr>
            <p:ph type="body" sz="quarter" idx="16"/>
          </p:nvPr>
        </p:nvSpPr>
        <p:spPr/>
        <p:txBody>
          <a:bodyPr/>
          <a:lstStyle/>
          <a:p>
            <a:r>
              <a:rPr lang="en-US" dirty="0"/>
              <a:t>Complexity of </a:t>
            </a:r>
            <a:r>
              <a:rPr lang="en-US" dirty="0" err="1"/>
              <a:t>Mergesort</a:t>
            </a:r>
            <a:endParaRPr lang="en-GB" sz="1800" dirty="0"/>
          </a:p>
        </p:txBody>
      </p:sp>
      <p:sp>
        <p:nvSpPr>
          <p:cNvPr id="46083" name="Rectangle 3"/>
          <p:cNvSpPr>
            <a:spLocks noGrp="1" noChangeArrowheads="1"/>
          </p:cNvSpPr>
          <p:nvPr>
            <p:ph sz="quarter" idx="17"/>
          </p:nvPr>
        </p:nvSpPr>
        <p:spPr>
          <a:xfrm>
            <a:off x="495141" y="1471612"/>
            <a:ext cx="8912543" cy="4395787"/>
          </a:xfrm>
        </p:spPr>
        <p:txBody>
          <a:bodyPr/>
          <a:lstStyle/>
          <a:p>
            <a:pPr>
              <a:lnSpc>
                <a:spcPct val="110000"/>
              </a:lnSpc>
              <a:buFont typeface="Monotype Sorts" pitchFamily="2" charset="2"/>
              <a:buNone/>
            </a:pPr>
            <a:r>
              <a:rPr lang="en-US" altLang="en-US" sz="2400" b="1" dirty="0">
                <a:latin typeface="+mj-lt"/>
              </a:rPr>
              <a:t>void </a:t>
            </a:r>
            <a:r>
              <a:rPr lang="en-US" altLang="en-US" sz="2400" b="1" dirty="0" err="1">
                <a:latin typeface="+mj-lt"/>
              </a:rPr>
              <a:t>mergesort</a:t>
            </a:r>
            <a:r>
              <a:rPr lang="en-US" altLang="en-US" sz="2400" b="1" dirty="0">
                <a:latin typeface="+mj-lt"/>
              </a:rPr>
              <a:t>(</a:t>
            </a:r>
            <a:r>
              <a:rPr lang="en-US" altLang="en-US" sz="2400" b="1" dirty="0" err="1">
                <a:latin typeface="+mj-lt"/>
              </a:rPr>
              <a:t>int</a:t>
            </a:r>
            <a:r>
              <a:rPr lang="en-US" altLang="en-US" sz="2400" b="1" dirty="0">
                <a:latin typeface="+mj-lt"/>
              </a:rPr>
              <a:t> s, </a:t>
            </a:r>
            <a:r>
              <a:rPr lang="en-US" altLang="en-US" sz="2400" b="1" dirty="0" err="1">
                <a:latin typeface="+mj-lt"/>
              </a:rPr>
              <a:t>int</a:t>
            </a:r>
            <a:r>
              <a:rPr lang="en-US" altLang="en-US" sz="2400" b="1" dirty="0">
                <a:latin typeface="+mj-lt"/>
              </a:rPr>
              <a:t> e) </a:t>
            </a:r>
            <a:r>
              <a:rPr lang="en-US" altLang="en-US" sz="2400" dirty="0">
                <a:solidFill>
                  <a:srgbClr val="00B050"/>
                </a:solidFill>
                <a:latin typeface="+mj-lt"/>
              </a:rPr>
              <a:t>// s=start, e=end</a:t>
            </a:r>
          </a:p>
          <a:p>
            <a:pPr>
              <a:lnSpc>
                <a:spcPct val="110000"/>
              </a:lnSpc>
              <a:buFont typeface="Monotype Sorts" pitchFamily="2" charset="2"/>
              <a:buNone/>
            </a:pPr>
            <a:r>
              <a:rPr lang="en-US" altLang="en-US" sz="2400" dirty="0">
                <a:latin typeface="+mj-lt"/>
              </a:rPr>
              <a:t>{   </a:t>
            </a:r>
            <a:r>
              <a:rPr lang="en-US" altLang="en-US" sz="2400" dirty="0" err="1">
                <a:latin typeface="+mj-lt"/>
              </a:rPr>
              <a:t>int</a:t>
            </a:r>
            <a:r>
              <a:rPr lang="en-US" altLang="en-US" sz="2400" dirty="0">
                <a:latin typeface="+mj-lt"/>
              </a:rPr>
              <a:t> mid = (</a:t>
            </a:r>
            <a:r>
              <a:rPr lang="en-US" altLang="en-US" sz="2400" dirty="0" err="1">
                <a:latin typeface="+mj-lt"/>
              </a:rPr>
              <a:t>s+e</a:t>
            </a:r>
            <a:r>
              <a:rPr lang="en-US" altLang="en-US" sz="2400" dirty="0">
                <a:latin typeface="+mj-lt"/>
              </a:rPr>
              <a:t>)/2; </a:t>
            </a:r>
          </a:p>
          <a:p>
            <a:pPr>
              <a:lnSpc>
                <a:spcPct val="110000"/>
              </a:lnSpc>
              <a:buFont typeface="Monotype Sorts" pitchFamily="2" charset="2"/>
              <a:buNone/>
            </a:pPr>
            <a:r>
              <a:rPr lang="en-US" altLang="en-US" sz="2400" dirty="0">
                <a:latin typeface="+mj-lt"/>
              </a:rPr>
              <a:t>    if (e-s &lt;= 0) return; </a:t>
            </a:r>
          </a:p>
          <a:p>
            <a:pPr>
              <a:lnSpc>
                <a:spcPct val="110000"/>
              </a:lnSpc>
              <a:buFont typeface="Monotype Sorts" pitchFamily="2" charset="2"/>
              <a:buNone/>
            </a:pPr>
            <a:r>
              <a:rPr lang="en-US" altLang="en-US" sz="2400" dirty="0">
                <a:latin typeface="+mj-lt"/>
              </a:rPr>
              <a:t>    else if (e-s &gt; 1) {</a:t>
            </a:r>
          </a:p>
          <a:p>
            <a:pPr>
              <a:lnSpc>
                <a:spcPct val="110000"/>
              </a:lnSpc>
              <a:buFont typeface="Monotype Sorts" pitchFamily="2" charset="2"/>
              <a:buNone/>
            </a:pPr>
            <a:r>
              <a:rPr lang="en-US" altLang="en-US" sz="2400" dirty="0">
                <a:latin typeface="+mj-lt"/>
              </a:rPr>
              <a:t>        </a:t>
            </a:r>
            <a:r>
              <a:rPr lang="en-US" altLang="en-US" sz="2400" dirty="0" err="1">
                <a:latin typeface="+mj-lt"/>
              </a:rPr>
              <a:t>mergesort</a:t>
            </a:r>
            <a:r>
              <a:rPr lang="en-US" altLang="en-US" sz="2400" dirty="0">
                <a:latin typeface="+mj-lt"/>
              </a:rPr>
              <a:t>(s, mid);</a:t>
            </a:r>
          </a:p>
          <a:p>
            <a:pPr>
              <a:lnSpc>
                <a:spcPct val="110000"/>
              </a:lnSpc>
              <a:buFont typeface="Monotype Sorts" pitchFamily="2" charset="2"/>
              <a:buNone/>
            </a:pPr>
            <a:r>
              <a:rPr lang="en-US" altLang="en-US" sz="2400" dirty="0">
                <a:latin typeface="+mj-lt"/>
              </a:rPr>
              <a:t>        </a:t>
            </a:r>
            <a:r>
              <a:rPr lang="en-US" altLang="en-US" sz="2400" dirty="0" err="1">
                <a:latin typeface="+mj-lt"/>
              </a:rPr>
              <a:t>mergesort</a:t>
            </a:r>
            <a:r>
              <a:rPr lang="en-US" altLang="en-US" sz="2400" dirty="0">
                <a:latin typeface="+mj-lt"/>
              </a:rPr>
              <a:t>(mid+1, e);</a:t>
            </a:r>
          </a:p>
          <a:p>
            <a:pPr>
              <a:lnSpc>
                <a:spcPct val="110000"/>
              </a:lnSpc>
              <a:buFont typeface="Monotype Sorts" pitchFamily="2" charset="2"/>
              <a:buNone/>
            </a:pPr>
            <a:r>
              <a:rPr lang="en-US" altLang="en-US" sz="2400" dirty="0">
                <a:latin typeface="+mj-lt"/>
              </a:rPr>
              <a:t>    } </a:t>
            </a:r>
          </a:p>
          <a:p>
            <a:pPr>
              <a:lnSpc>
                <a:spcPct val="110000"/>
              </a:lnSpc>
              <a:buFont typeface="Monotype Sorts" pitchFamily="2" charset="2"/>
              <a:buNone/>
            </a:pPr>
            <a:r>
              <a:rPr lang="en-US" altLang="en-US" sz="2400" dirty="0">
                <a:latin typeface="+mj-lt"/>
              </a:rPr>
              <a:t>    merge(s, e);</a:t>
            </a:r>
          </a:p>
          <a:p>
            <a:pPr>
              <a:lnSpc>
                <a:spcPct val="110000"/>
              </a:lnSpc>
              <a:buFont typeface="Monotype Sorts" pitchFamily="2" charset="2"/>
              <a:buNone/>
            </a:pPr>
            <a:r>
              <a:rPr lang="en-US" altLang="en-US" sz="2400" dirty="0">
                <a:latin typeface="+mj-lt"/>
              </a:rPr>
              <a:t>}</a:t>
            </a:r>
          </a:p>
        </p:txBody>
      </p:sp>
      <p:grpSp>
        <p:nvGrpSpPr>
          <p:cNvPr id="2" name="Group 13"/>
          <p:cNvGrpSpPr>
            <a:grpSpLocks/>
          </p:cNvGrpSpPr>
          <p:nvPr/>
        </p:nvGrpSpPr>
        <p:grpSpPr bwMode="auto">
          <a:xfrm>
            <a:off x="7692424" y="1781428"/>
            <a:ext cx="1324356" cy="3927057"/>
            <a:chOff x="5375" y="576"/>
            <a:chExt cx="869" cy="3120"/>
          </a:xfrm>
        </p:grpSpPr>
        <p:sp>
          <p:nvSpPr>
            <p:cNvPr id="46101" name="AutoShape 5"/>
            <p:cNvSpPr>
              <a:spLocks/>
            </p:cNvSpPr>
            <p:nvPr/>
          </p:nvSpPr>
          <p:spPr bwMode="gray">
            <a:xfrm>
              <a:off x="5375" y="576"/>
              <a:ext cx="336" cy="3120"/>
            </a:xfrm>
            <a:prstGeom prst="rightBrace">
              <a:avLst>
                <a:gd name="adj1" fmla="val 77381"/>
                <a:gd name="adj2" fmla="val 50000"/>
              </a:avLst>
            </a:prstGeom>
            <a:noFill/>
            <a:ln w="28575" cap="sq">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46102" name="Text Box 6"/>
            <p:cNvSpPr txBox="1">
              <a:spLocks noChangeArrowheads="1"/>
            </p:cNvSpPr>
            <p:nvPr/>
          </p:nvSpPr>
          <p:spPr bwMode="gray">
            <a:xfrm>
              <a:off x="5749" y="1968"/>
              <a:ext cx="495" cy="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a:t>
              </a:r>
            </a:p>
          </p:txBody>
        </p:sp>
      </p:grpSp>
      <p:sp>
        <p:nvSpPr>
          <p:cNvPr id="46100" name="Text Box 8"/>
          <p:cNvSpPr txBox="1">
            <a:spLocks noChangeArrowheads="1"/>
          </p:cNvSpPr>
          <p:nvPr/>
        </p:nvSpPr>
        <p:spPr bwMode="gray">
          <a:xfrm>
            <a:off x="5771261" y="3446877"/>
            <a:ext cx="968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W(n/2)</a:t>
            </a:r>
          </a:p>
        </p:txBody>
      </p:sp>
      <p:sp>
        <p:nvSpPr>
          <p:cNvPr id="46098" name="Text Box 10"/>
          <p:cNvSpPr txBox="1">
            <a:spLocks noChangeArrowheads="1"/>
          </p:cNvSpPr>
          <p:nvPr/>
        </p:nvSpPr>
        <p:spPr bwMode="gray">
          <a:xfrm>
            <a:off x="5786849" y="3881853"/>
            <a:ext cx="9683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W(n/2)</a:t>
            </a:r>
          </a:p>
        </p:txBody>
      </p:sp>
      <p:sp>
        <p:nvSpPr>
          <p:cNvPr id="46096" name="Text Box 12"/>
          <p:cNvSpPr txBox="1">
            <a:spLocks noChangeArrowheads="1"/>
          </p:cNvSpPr>
          <p:nvPr/>
        </p:nvSpPr>
        <p:spPr bwMode="gray">
          <a:xfrm>
            <a:off x="5786849" y="4864435"/>
            <a:ext cx="20891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Worst case: n-1</a:t>
            </a:r>
          </a:p>
        </p:txBody>
      </p:sp>
      <p:sp>
        <p:nvSpPr>
          <p:cNvPr id="46094" name="Text Box 8"/>
          <p:cNvSpPr txBox="1">
            <a:spLocks noChangeArrowheads="1"/>
          </p:cNvSpPr>
          <p:nvPr/>
        </p:nvSpPr>
        <p:spPr bwMode="gray">
          <a:xfrm>
            <a:off x="5786849" y="2509837"/>
            <a:ext cx="11731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W(1) = 0</a:t>
            </a:r>
          </a:p>
        </p:txBody>
      </p:sp>
      <p:cxnSp>
        <p:nvCxnSpPr>
          <p:cNvPr id="9" name="Straight Arrow Connector 8"/>
          <p:cNvCxnSpPr/>
          <p:nvPr/>
        </p:nvCxnSpPr>
        <p:spPr>
          <a:xfrm>
            <a:off x="4688981" y="2740818"/>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a:off x="4646612" y="3657600"/>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4632992" y="4120228"/>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a:off x="4667499" y="5084850"/>
            <a:ext cx="905022" cy="0"/>
          </a:xfrm>
          <a:prstGeom prst="straightConnector1">
            <a:avLst/>
          </a:prstGeom>
          <a:ln w="57150">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6094"/>
                                        </p:tgtEl>
                                        <p:attrNameLst>
                                          <p:attrName>style.visibility</p:attrName>
                                        </p:attrNameLst>
                                      </p:cBhvr>
                                      <p:to>
                                        <p:strVal val="visible"/>
                                      </p:to>
                                    </p:set>
                                    <p:animEffect transition="in" filter="fade">
                                      <p:cBhvr>
                                        <p:cTn id="11" dur="500"/>
                                        <p:tgtEl>
                                          <p:spTgt spid="46094"/>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wipe(left)">
                                      <p:cBhvr>
                                        <p:cTn id="16" dur="500"/>
                                        <p:tgtEl>
                                          <p:spTgt spid="22"/>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6100"/>
                                        </p:tgtEl>
                                        <p:attrNameLst>
                                          <p:attrName>style.visibility</p:attrName>
                                        </p:attrNameLst>
                                      </p:cBhvr>
                                      <p:to>
                                        <p:strVal val="visible"/>
                                      </p:to>
                                    </p:set>
                                    <p:animEffect transition="in" filter="fade">
                                      <p:cBhvr>
                                        <p:cTn id="20" dur="500"/>
                                        <p:tgtEl>
                                          <p:spTgt spid="46100"/>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left)">
                                      <p:cBhvr>
                                        <p:cTn id="25" dur="500"/>
                                        <p:tgtEl>
                                          <p:spTgt spid="23"/>
                                        </p:tgtEl>
                                      </p:cBhvr>
                                    </p:animEffect>
                                  </p:childTnLst>
                                </p:cTn>
                              </p:par>
                            </p:childTnLst>
                          </p:cTn>
                        </p:par>
                        <p:par>
                          <p:cTn id="26" fill="hold">
                            <p:stCondLst>
                              <p:cond delay="500"/>
                            </p:stCondLst>
                            <p:childTnLst>
                              <p:par>
                                <p:cTn id="27" presetID="10" presetClass="entr" presetSubtype="0" fill="hold" grpId="0" nodeType="afterEffect">
                                  <p:stCondLst>
                                    <p:cond delay="0"/>
                                  </p:stCondLst>
                                  <p:childTnLst>
                                    <p:set>
                                      <p:cBhvr>
                                        <p:cTn id="28" dur="1" fill="hold">
                                          <p:stCondLst>
                                            <p:cond delay="0"/>
                                          </p:stCondLst>
                                        </p:cTn>
                                        <p:tgtEl>
                                          <p:spTgt spid="46098"/>
                                        </p:tgtEl>
                                        <p:attrNameLst>
                                          <p:attrName>style.visibility</p:attrName>
                                        </p:attrNameLst>
                                      </p:cBhvr>
                                      <p:to>
                                        <p:strVal val="visible"/>
                                      </p:to>
                                    </p:set>
                                    <p:animEffect transition="in" filter="fade">
                                      <p:cBhvr>
                                        <p:cTn id="29" dur="500"/>
                                        <p:tgtEl>
                                          <p:spTgt spid="4609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wipe(left)">
                                      <p:cBhvr>
                                        <p:cTn id="34" dur="500"/>
                                        <p:tgtEl>
                                          <p:spTgt spid="24"/>
                                        </p:tgtEl>
                                      </p:cBhvr>
                                    </p:animEffect>
                                  </p:childTnLst>
                                </p:cTn>
                              </p:par>
                            </p:childTnLst>
                          </p:cTn>
                        </p:par>
                        <p:par>
                          <p:cTn id="35" fill="hold">
                            <p:stCondLst>
                              <p:cond delay="500"/>
                            </p:stCondLst>
                            <p:childTnLst>
                              <p:par>
                                <p:cTn id="36" presetID="10" presetClass="entr" presetSubtype="0" fill="hold" grpId="0" nodeType="afterEffect">
                                  <p:stCondLst>
                                    <p:cond delay="0"/>
                                  </p:stCondLst>
                                  <p:childTnLst>
                                    <p:set>
                                      <p:cBhvr>
                                        <p:cTn id="37" dur="1" fill="hold">
                                          <p:stCondLst>
                                            <p:cond delay="0"/>
                                          </p:stCondLst>
                                        </p:cTn>
                                        <p:tgtEl>
                                          <p:spTgt spid="46096"/>
                                        </p:tgtEl>
                                        <p:attrNameLst>
                                          <p:attrName>style.visibility</p:attrName>
                                        </p:attrNameLst>
                                      </p:cBhvr>
                                      <p:to>
                                        <p:strVal val="visible"/>
                                      </p:to>
                                    </p:set>
                                    <p:animEffect transition="in" filter="fade">
                                      <p:cBhvr>
                                        <p:cTn id="38" dur="500"/>
                                        <p:tgtEl>
                                          <p:spTgt spid="4609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up)">
                                      <p:cBhvr>
                                        <p:cTn id="4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100" grpId="0"/>
      <p:bldP spid="46098" grpId="0"/>
      <p:bldP spid="46096" grpId="0"/>
      <p:bldP spid="46094"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US" dirty="0"/>
              <a:t>Complexity of </a:t>
            </a:r>
            <a:r>
              <a:rPr lang="en-US" dirty="0" err="1"/>
              <a:t>Mergesort</a:t>
            </a:r>
            <a:endParaRPr lang="en-GB" sz="1800" dirty="0"/>
          </a:p>
        </p:txBody>
      </p:sp>
      <p:sp>
        <p:nvSpPr>
          <p:cNvPr id="37893" name="Rectangle 4"/>
          <p:cNvSpPr>
            <a:spLocks noGrp="1" noChangeArrowheads="1"/>
          </p:cNvSpPr>
          <p:nvPr>
            <p:ph sz="quarter" idx="17"/>
          </p:nvPr>
        </p:nvSpPr>
        <p:spPr>
          <a:xfrm>
            <a:off x="531812" y="1422400"/>
            <a:ext cx="8912543" cy="3987800"/>
          </a:xfrm>
        </p:spPr>
        <p:txBody>
          <a:bodyPr/>
          <a:lstStyle/>
          <a:p>
            <a:pPr>
              <a:lnSpc>
                <a:spcPct val="80000"/>
              </a:lnSpc>
              <a:buFont typeface="Monotype Sorts" pitchFamily="2" charset="2"/>
              <a:buNone/>
            </a:pPr>
            <a:r>
              <a:rPr lang="en-US" altLang="en-US" sz="2400" b="1" u="sng" dirty="0" err="1">
                <a:solidFill>
                  <a:srgbClr val="C00000"/>
                </a:solidFill>
                <a:latin typeface="Arial" panose="020B0604020202020204" pitchFamily="34" charset="0"/>
              </a:rPr>
              <a:t>Mergesort</a:t>
            </a:r>
            <a:r>
              <a:rPr lang="en-US" altLang="en-US" sz="2400" b="1" u="sng" dirty="0">
                <a:solidFill>
                  <a:srgbClr val="C00000"/>
                </a:solidFill>
                <a:latin typeface="Arial" panose="020B0604020202020204" pitchFamily="34" charset="0"/>
              </a:rPr>
              <a:t> performance (assume n = 2</a:t>
            </a:r>
            <a:r>
              <a:rPr lang="en-US" altLang="en-US" sz="2400" b="1" u="sng" baseline="30000" dirty="0">
                <a:solidFill>
                  <a:srgbClr val="C00000"/>
                </a:solidFill>
                <a:latin typeface="Arial" panose="020B0604020202020204" pitchFamily="34" charset="0"/>
              </a:rPr>
              <a:t>k</a:t>
            </a:r>
            <a:r>
              <a:rPr lang="en-US" altLang="en-US" sz="2400" b="1" u="sng" dirty="0">
                <a:solidFill>
                  <a:srgbClr val="C00000"/>
                </a:solidFill>
                <a:latin typeface="Arial" panose="020B0604020202020204" pitchFamily="34" charset="0"/>
              </a:rPr>
              <a:t>)</a:t>
            </a:r>
          </a:p>
          <a:p>
            <a:pPr>
              <a:lnSpc>
                <a:spcPct val="80000"/>
              </a:lnSpc>
              <a:buFont typeface="Monotype Sorts" pitchFamily="2" charset="2"/>
              <a:buNone/>
            </a:pPr>
            <a:endParaRPr lang="en-US" altLang="en-US" sz="2400" b="1" dirty="0">
              <a:latin typeface="Arial" panose="020B0604020202020204" pitchFamily="34" charset="0"/>
            </a:endParaRPr>
          </a:p>
          <a:p>
            <a:pPr>
              <a:lnSpc>
                <a:spcPct val="80000"/>
              </a:lnSpc>
              <a:buFont typeface="Monotype Sorts" pitchFamily="2" charset="2"/>
              <a:buNone/>
            </a:pPr>
            <a:r>
              <a:rPr lang="en-US" altLang="en-US" sz="2400" b="1" dirty="0">
                <a:latin typeface="Arial" panose="020B0604020202020204" pitchFamily="34" charset="0"/>
              </a:rPr>
              <a:t>Worst case :</a:t>
            </a:r>
          </a:p>
          <a:p>
            <a:pPr>
              <a:lnSpc>
                <a:spcPct val="80000"/>
              </a:lnSpc>
              <a:buFont typeface="Monotype Sorts" pitchFamily="2" charset="2"/>
              <a:buNone/>
            </a:pPr>
            <a:r>
              <a:rPr lang="en-US" altLang="en-US" sz="2000" dirty="0">
                <a:latin typeface="Arial" panose="020B0604020202020204" pitchFamily="34" charset="0"/>
              </a:rPr>
              <a:t>	W(1) = 0,</a:t>
            </a:r>
          </a:p>
          <a:p>
            <a:pPr>
              <a:lnSpc>
                <a:spcPct val="80000"/>
              </a:lnSpc>
              <a:buFont typeface="Monotype Sorts" pitchFamily="2" charset="2"/>
              <a:buNone/>
            </a:pPr>
            <a:r>
              <a:rPr lang="en-US" altLang="en-US" sz="2000" dirty="0">
                <a:latin typeface="Arial" panose="020B0604020202020204" pitchFamily="34" charset="0"/>
              </a:rPr>
              <a:t>	W(n) = W(n/2) + W(n/2) + n-1		Or</a:t>
            </a:r>
          </a:p>
          <a:p>
            <a:pPr>
              <a:lnSpc>
                <a:spcPct val="80000"/>
              </a:lnSpc>
              <a:buFont typeface="Monotype Sorts" pitchFamily="2" charset="2"/>
              <a:buNone/>
            </a:pPr>
            <a:r>
              <a:rPr lang="en-US" altLang="en-US" sz="2000" dirty="0">
                <a:latin typeface="Arial" panose="020B0604020202020204" pitchFamily="34" charset="0"/>
              </a:rPr>
              <a:t>	W(2</a:t>
            </a:r>
            <a:r>
              <a:rPr lang="en-US" altLang="en-US" sz="2000" baseline="30000" dirty="0">
                <a:latin typeface="Arial" panose="020B0604020202020204" pitchFamily="34" charset="0"/>
              </a:rPr>
              <a:t>k</a:t>
            </a:r>
            <a:r>
              <a:rPr lang="en-US" altLang="en-US" sz="2000" dirty="0">
                <a:latin typeface="Arial" panose="020B0604020202020204" pitchFamily="34" charset="0"/>
              </a:rPr>
              <a:t>) = </a:t>
            </a:r>
            <a:r>
              <a:rPr lang="en-US" altLang="en-US" sz="2000" dirty="0">
                <a:solidFill>
                  <a:srgbClr val="191919"/>
                </a:solidFill>
                <a:latin typeface="Arial" panose="020B0604020202020204" pitchFamily="34" charset="0"/>
              </a:rPr>
              <a:t>2</a:t>
            </a:r>
            <a:r>
              <a:rPr lang="en-US" altLang="en-US" sz="2000" dirty="0">
                <a:solidFill>
                  <a:srgbClr val="6600FF"/>
                </a:solidFill>
                <a:latin typeface="Arial" panose="020B0604020202020204" pitchFamily="34" charset="0"/>
              </a:rPr>
              <a:t>W(2</a:t>
            </a:r>
            <a:r>
              <a:rPr lang="en-US" altLang="en-US" sz="2000" baseline="30000" dirty="0">
                <a:solidFill>
                  <a:srgbClr val="6600FF"/>
                </a:solidFill>
                <a:latin typeface="Arial" panose="020B0604020202020204" pitchFamily="34" charset="0"/>
              </a:rPr>
              <a:t>k-1</a:t>
            </a:r>
            <a:r>
              <a:rPr lang="en-US" altLang="en-US" sz="2000" dirty="0">
                <a:solidFill>
                  <a:srgbClr val="6600FF"/>
                </a:solidFill>
                <a:latin typeface="Arial" panose="020B0604020202020204" pitchFamily="34" charset="0"/>
              </a:rPr>
              <a:t>)</a:t>
            </a: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 2(</a:t>
            </a:r>
            <a:r>
              <a:rPr lang="en-US" altLang="en-US" sz="2000" dirty="0">
                <a:solidFill>
                  <a:srgbClr val="6600FF"/>
                </a:solidFill>
                <a:latin typeface="Arial" panose="020B0604020202020204" pitchFamily="34" charset="0"/>
              </a:rPr>
              <a:t>2W(2</a:t>
            </a:r>
            <a:r>
              <a:rPr lang="en-US" altLang="en-US" sz="2000" baseline="30000" dirty="0">
                <a:solidFill>
                  <a:srgbClr val="6600FF"/>
                </a:solidFill>
                <a:latin typeface="Arial" panose="020B0604020202020204" pitchFamily="34" charset="0"/>
              </a:rPr>
              <a:t>k-2</a:t>
            </a:r>
            <a:r>
              <a:rPr lang="en-US" altLang="en-US" sz="2000" dirty="0">
                <a:solidFill>
                  <a:srgbClr val="6600FF"/>
                </a:solidFill>
                <a:latin typeface="Arial" panose="020B0604020202020204" pitchFamily="34" charset="0"/>
              </a:rPr>
              <a:t>) + 2</a:t>
            </a:r>
            <a:r>
              <a:rPr lang="en-US" altLang="en-US" sz="2000" baseline="30000" dirty="0">
                <a:solidFill>
                  <a:srgbClr val="6600FF"/>
                </a:solidFill>
                <a:latin typeface="Arial" panose="020B0604020202020204" pitchFamily="34" charset="0"/>
              </a:rPr>
              <a:t>k-1</a:t>
            </a:r>
            <a:r>
              <a:rPr lang="en-US" altLang="en-US" sz="2000" dirty="0">
                <a:solidFill>
                  <a:srgbClr val="6600FF"/>
                </a:solidFill>
                <a:latin typeface="Arial" panose="020B0604020202020204" pitchFamily="34" charset="0"/>
              </a:rPr>
              <a:t> -1</a:t>
            </a: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191919"/>
                </a:solidFill>
                <a:latin typeface="Arial" panose="020B0604020202020204" pitchFamily="34" charset="0"/>
              </a:rPr>
              <a:t>2</a:t>
            </a:r>
            <a:r>
              <a:rPr lang="en-US" altLang="en-US" sz="2000" baseline="30000" dirty="0">
                <a:solidFill>
                  <a:srgbClr val="191919"/>
                </a:solidFill>
                <a:latin typeface="Arial" panose="020B0604020202020204" pitchFamily="34" charset="0"/>
              </a:rPr>
              <a:t>2</a:t>
            </a:r>
            <a:r>
              <a:rPr lang="en-US" altLang="en-US" sz="2000" dirty="0">
                <a:solidFill>
                  <a:srgbClr val="00B050"/>
                </a:solidFill>
                <a:latin typeface="Arial" panose="020B0604020202020204" pitchFamily="34" charset="0"/>
              </a:rPr>
              <a:t>W(2</a:t>
            </a:r>
            <a:r>
              <a:rPr lang="en-US" altLang="en-US" sz="2000" baseline="30000" dirty="0">
                <a:solidFill>
                  <a:srgbClr val="00B050"/>
                </a:solidFill>
                <a:latin typeface="Arial" panose="020B0604020202020204" pitchFamily="34" charset="0"/>
              </a:rPr>
              <a:t>k-2</a:t>
            </a:r>
            <a:r>
              <a:rPr lang="en-US" altLang="en-US" sz="2000" dirty="0">
                <a:solidFill>
                  <a:srgbClr val="00B050"/>
                </a:solidFill>
                <a:latin typeface="Arial" panose="020B0604020202020204" pitchFamily="34" charset="0"/>
              </a:rPr>
              <a:t>) </a:t>
            </a:r>
            <a:r>
              <a:rPr lang="en-US" altLang="en-US" sz="2000" dirty="0">
                <a:latin typeface="Arial" panose="020B0604020202020204" pitchFamily="34" charset="0"/>
              </a:rPr>
              <a:t>+ 2</a:t>
            </a:r>
            <a:r>
              <a:rPr lang="en-US" altLang="en-US" sz="2000" baseline="30000" dirty="0">
                <a:latin typeface="Arial" panose="020B0604020202020204" pitchFamily="34" charset="0"/>
              </a:rPr>
              <a:t>k</a:t>
            </a:r>
            <a:r>
              <a:rPr lang="en-US" altLang="en-US" sz="2000" dirty="0">
                <a:latin typeface="Arial" panose="020B0604020202020204" pitchFamily="34" charset="0"/>
              </a:rPr>
              <a:t> -2 + 2</a:t>
            </a:r>
            <a:r>
              <a:rPr lang="en-US" altLang="en-US" sz="2000" baseline="30000" dirty="0">
                <a:latin typeface="Arial" panose="020B0604020202020204" pitchFamily="34" charset="0"/>
              </a:rPr>
              <a:t>k</a:t>
            </a:r>
            <a:r>
              <a:rPr lang="en-US" altLang="en-US" sz="2000" dirty="0">
                <a:latin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rPr>
              <a:t>		</a:t>
            </a:r>
            <a:r>
              <a:rPr lang="en-US" altLang="en-US" sz="2000" dirty="0">
                <a:latin typeface="Arial" panose="020B0604020202020204" pitchFamily="34" charset="0"/>
                <a:cs typeface="Arial" panose="020B0604020202020204" pitchFamily="34" charset="0"/>
              </a:rPr>
              <a:t>  = 2</a:t>
            </a:r>
            <a:r>
              <a:rPr lang="en-US" altLang="en-US" sz="2000" baseline="30000" dirty="0">
                <a:latin typeface="Arial" panose="020B0604020202020204" pitchFamily="34" charset="0"/>
                <a:cs typeface="Arial" panose="020B0604020202020204" pitchFamily="34" charset="0"/>
              </a:rPr>
              <a:t>2</a:t>
            </a:r>
            <a:r>
              <a:rPr lang="en-US" altLang="en-US" sz="2000" dirty="0">
                <a:solidFill>
                  <a:srgbClr val="00B050"/>
                </a:solidFill>
                <a:latin typeface="Arial" panose="020B0604020202020204" pitchFamily="34" charset="0"/>
                <a:cs typeface="Arial" panose="020B0604020202020204" pitchFamily="34" charset="0"/>
              </a:rPr>
              <a:t>(2W(2</a:t>
            </a:r>
            <a:r>
              <a:rPr lang="en-US" altLang="en-US" sz="2000" baseline="30000" dirty="0">
                <a:solidFill>
                  <a:srgbClr val="00B050"/>
                </a:solidFill>
                <a:latin typeface="Arial" panose="020B0604020202020204" pitchFamily="34" charset="0"/>
                <a:cs typeface="Arial" panose="020B0604020202020204" pitchFamily="34" charset="0"/>
              </a:rPr>
              <a:t>k-3</a:t>
            </a:r>
            <a:r>
              <a:rPr lang="en-US" altLang="en-US" sz="2000" dirty="0">
                <a:solidFill>
                  <a:srgbClr val="00B050"/>
                </a:solidFill>
                <a:latin typeface="Arial" panose="020B0604020202020204" pitchFamily="34" charset="0"/>
                <a:cs typeface="Arial" panose="020B0604020202020204" pitchFamily="34" charset="0"/>
              </a:rPr>
              <a:t>)+ 2</a:t>
            </a:r>
            <a:r>
              <a:rPr lang="en-US" altLang="en-US" sz="2000" baseline="30000" dirty="0">
                <a:solidFill>
                  <a:srgbClr val="00B050"/>
                </a:solidFill>
                <a:latin typeface="Arial" panose="020B0604020202020204" pitchFamily="34" charset="0"/>
                <a:cs typeface="Arial" panose="020B0604020202020204" pitchFamily="34" charset="0"/>
              </a:rPr>
              <a:t>k-2</a:t>
            </a:r>
            <a:r>
              <a:rPr lang="en-US" altLang="en-US" sz="2000" dirty="0">
                <a:solidFill>
                  <a:srgbClr val="00B050"/>
                </a:solidFill>
                <a:latin typeface="Arial" panose="020B0604020202020204" pitchFamily="34" charset="0"/>
                <a:cs typeface="Arial" panose="020B0604020202020204" pitchFamily="34" charset="0"/>
              </a:rPr>
              <a:t> -1) </a:t>
            </a:r>
            <a:r>
              <a:rPr lang="en-US" altLang="en-US" sz="2000" dirty="0">
                <a:latin typeface="Arial" panose="020B0604020202020204" pitchFamily="34" charset="0"/>
                <a:cs typeface="Arial" panose="020B0604020202020204" pitchFamily="34" charset="0"/>
              </a:rPr>
              <a:t>+ 2</a:t>
            </a:r>
            <a:r>
              <a:rPr lang="en-US" altLang="en-US" sz="2000" baseline="30000"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-2 + 2</a:t>
            </a:r>
            <a:r>
              <a:rPr lang="en-US" altLang="en-US" sz="2000" baseline="30000" dirty="0">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-1</a:t>
            </a:r>
          </a:p>
          <a:p>
            <a:pPr>
              <a:lnSpc>
                <a:spcPct val="80000"/>
              </a:lnSpc>
              <a:buFont typeface="Monotype Sorts" pitchFamily="2" charset="2"/>
              <a:buNone/>
            </a:pPr>
            <a:r>
              <a:rPr lang="en-US" altLang="en-US" sz="2000" dirty="0">
                <a:latin typeface="Arial" panose="020B0604020202020204" pitchFamily="34" charset="0"/>
                <a:cs typeface="Arial" panose="020B0604020202020204" pitchFamily="34" charset="0"/>
              </a:rPr>
              <a:t>		  = 2</a:t>
            </a:r>
            <a:r>
              <a:rPr lang="en-US" altLang="en-US" sz="2000" baseline="30000" dirty="0">
                <a:latin typeface="Arial" panose="020B0604020202020204" pitchFamily="34" charset="0"/>
                <a:cs typeface="Arial" panose="020B0604020202020204" pitchFamily="34" charset="0"/>
              </a:rPr>
              <a:t>3</a:t>
            </a:r>
            <a:r>
              <a:rPr lang="en-US" altLang="en-US" sz="2000" dirty="0">
                <a:latin typeface="Arial" panose="020B0604020202020204" pitchFamily="34" charset="0"/>
                <a:cs typeface="Arial" panose="020B0604020202020204" pitchFamily="34" charset="0"/>
              </a:rPr>
              <a:t>W(2</a:t>
            </a:r>
            <a:r>
              <a:rPr lang="en-US" altLang="en-US" sz="2000" baseline="30000" dirty="0">
                <a:latin typeface="Arial" panose="020B0604020202020204" pitchFamily="34" charset="0"/>
                <a:cs typeface="Arial" panose="020B0604020202020204" pitchFamily="34" charset="0"/>
              </a:rPr>
              <a:t>k-3</a:t>
            </a:r>
            <a:r>
              <a:rPr lang="en-US" altLang="en-US" sz="2000" dirty="0">
                <a:latin typeface="Arial" panose="020B0604020202020204" pitchFamily="34" charset="0"/>
                <a:cs typeface="Arial" panose="020B0604020202020204" pitchFamily="34" charset="0"/>
              </a:rPr>
              <a:t>)+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-2</a:t>
            </a:r>
            <a:r>
              <a:rPr lang="en-US" altLang="en-US" sz="2000" baseline="30000" dirty="0">
                <a:solidFill>
                  <a:srgbClr val="0066FF"/>
                </a:solidFill>
                <a:latin typeface="Arial" panose="020B0604020202020204" pitchFamily="34" charset="0"/>
                <a:cs typeface="Arial" panose="020B0604020202020204" pitchFamily="34" charset="0"/>
              </a:rPr>
              <a:t>2</a:t>
            </a:r>
            <a:r>
              <a:rPr lang="en-US" altLang="en-US" sz="2000" dirty="0">
                <a:solidFill>
                  <a:srgbClr val="0066FF"/>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-2</a:t>
            </a:r>
            <a:r>
              <a:rPr lang="en-US" altLang="en-US" sz="2000" dirty="0">
                <a:latin typeface="Arial" panose="020B0604020202020204" pitchFamily="34" charset="0"/>
                <a:cs typeface="Arial" panose="020B0604020202020204" pitchFamily="34" charset="0"/>
              </a:rPr>
              <a:t> + </a:t>
            </a:r>
            <a:r>
              <a:rPr lang="en-US" altLang="en-US" sz="2000" dirty="0">
                <a:solidFill>
                  <a:srgbClr val="FF0066"/>
                </a:solidFill>
                <a:latin typeface="Arial" panose="020B0604020202020204" pitchFamily="34" charset="0"/>
                <a:cs typeface="Arial" panose="020B0604020202020204" pitchFamily="34" charset="0"/>
              </a:rPr>
              <a:t>2</a:t>
            </a:r>
            <a:r>
              <a:rPr lang="en-US" altLang="en-US" sz="2000" baseline="30000" dirty="0">
                <a:solidFill>
                  <a:srgbClr val="FF0066"/>
                </a:solidFill>
                <a:latin typeface="Arial" panose="020B0604020202020204" pitchFamily="34" charset="0"/>
                <a:cs typeface="Arial" panose="020B0604020202020204" pitchFamily="34" charset="0"/>
              </a:rPr>
              <a:t>k</a:t>
            </a:r>
            <a:r>
              <a:rPr lang="en-US" altLang="en-US" sz="2000" dirty="0">
                <a:latin typeface="Arial" panose="020B0604020202020204" pitchFamily="34" charset="0"/>
                <a:cs typeface="Arial" panose="020B0604020202020204" pitchFamily="34" charset="0"/>
              </a:rPr>
              <a:t> </a:t>
            </a:r>
            <a:r>
              <a:rPr lang="en-US" altLang="en-US" sz="2000" dirty="0">
                <a:solidFill>
                  <a:srgbClr val="0066FF"/>
                </a:solidFill>
                <a:latin typeface="Arial" panose="020B0604020202020204" pitchFamily="34" charset="0"/>
                <a:cs typeface="Arial" panose="020B0604020202020204" pitchFamily="34" charset="0"/>
              </a:rPr>
              <a:t>-1</a:t>
            </a:r>
            <a:endParaRPr lang="en-US" altLang="en-US" sz="2000" dirty="0">
              <a:latin typeface="Arial" panose="020B0604020202020204" pitchFamily="34" charset="0"/>
              <a:cs typeface="Arial" panose="020B0604020202020204" pitchFamily="34" charset="0"/>
            </a:endParaRPr>
          </a:p>
          <a:p>
            <a:pPr>
              <a:lnSpc>
                <a:spcPct val="80000"/>
              </a:lnSpc>
              <a:buFont typeface="Monotype Sorts" pitchFamily="2" charset="2"/>
              <a:buNone/>
            </a:pPr>
            <a:r>
              <a:rPr lang="en-US" altLang="en-US" sz="2000" dirty="0">
                <a:latin typeface="Arial" panose="020B0604020202020204" pitchFamily="34" charset="0"/>
              </a:rPr>
              <a:t>		   …</a:t>
            </a:r>
          </a:p>
          <a:p>
            <a:pPr>
              <a:lnSpc>
                <a:spcPct val="80000"/>
              </a:lnSpc>
              <a:buFont typeface="Monotype Sorts" pitchFamily="2" charset="2"/>
              <a:buNone/>
            </a:pPr>
            <a:r>
              <a:rPr lang="en-US" altLang="en-US" sz="2000" dirty="0">
                <a:latin typeface="Arial" panose="020B0604020202020204" pitchFamily="34" charset="0"/>
              </a:rPr>
              <a:t>               = 2</a:t>
            </a:r>
            <a:r>
              <a:rPr lang="en-US" altLang="en-US" sz="2000" baseline="30000" dirty="0">
                <a:latin typeface="Arial" panose="020B0604020202020204" pitchFamily="34" charset="0"/>
              </a:rPr>
              <a:t>k</a:t>
            </a:r>
            <a:r>
              <a:rPr lang="en-US" altLang="en-US" sz="2000" dirty="0">
                <a:latin typeface="Arial" panose="020B0604020202020204" pitchFamily="34" charset="0"/>
              </a:rPr>
              <a:t>W(2</a:t>
            </a:r>
            <a:r>
              <a:rPr lang="en-US" altLang="en-US" sz="2000" baseline="30000" dirty="0">
                <a:latin typeface="Arial" panose="020B0604020202020204" pitchFamily="34" charset="0"/>
              </a:rPr>
              <a:t>k-k</a:t>
            </a: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k2</a:t>
            </a:r>
            <a:r>
              <a:rPr lang="en-US" altLang="en-US" sz="2000" baseline="30000" dirty="0">
                <a:solidFill>
                  <a:srgbClr val="FF0066"/>
                </a:solidFill>
                <a:latin typeface="Arial" panose="020B0604020202020204" pitchFamily="34" charset="0"/>
              </a:rPr>
              <a:t>k</a:t>
            </a:r>
            <a:r>
              <a:rPr lang="en-US" altLang="en-US" sz="2000" dirty="0">
                <a:latin typeface="Arial" panose="020B0604020202020204" pitchFamily="34" charset="0"/>
              </a:rPr>
              <a:t> </a:t>
            </a:r>
            <a:r>
              <a:rPr lang="en-US" altLang="en-US" sz="2000" dirty="0">
                <a:solidFill>
                  <a:srgbClr val="0066FF"/>
                </a:solidFill>
                <a:latin typeface="Arial" panose="020B0604020202020204" pitchFamily="34" charset="0"/>
              </a:rPr>
              <a:t>– (1 + 2 + 4 + … + 2</a:t>
            </a:r>
            <a:r>
              <a:rPr lang="en-US" altLang="en-US" sz="2000" baseline="30000" dirty="0">
                <a:solidFill>
                  <a:srgbClr val="0066FF"/>
                </a:solidFill>
                <a:latin typeface="Arial" panose="020B0604020202020204" pitchFamily="34" charset="0"/>
              </a:rPr>
              <a:t>k-1</a:t>
            </a:r>
            <a:r>
              <a:rPr lang="en-US" altLang="en-US" sz="2000" dirty="0">
                <a:solidFill>
                  <a:srgbClr val="0066FF"/>
                </a:solidFill>
                <a:latin typeface="Arial" panose="020B0604020202020204" pitchFamily="34" charset="0"/>
              </a:rPr>
              <a:t>) </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k2</a:t>
            </a:r>
            <a:r>
              <a:rPr lang="en-US" altLang="en-US" sz="2000" baseline="30000" dirty="0">
                <a:solidFill>
                  <a:srgbClr val="FF0066"/>
                </a:solidFill>
                <a:latin typeface="Arial" panose="020B0604020202020204" pitchFamily="34" charset="0"/>
              </a:rPr>
              <a:t>k</a:t>
            </a:r>
            <a:r>
              <a:rPr lang="en-US" altLang="en-US" sz="2000" dirty="0">
                <a:latin typeface="Arial" panose="020B0604020202020204" pitchFamily="34" charset="0"/>
              </a:rPr>
              <a:t> – </a:t>
            </a:r>
            <a:r>
              <a:rPr lang="en-US" altLang="en-US" sz="2000" dirty="0">
                <a:solidFill>
                  <a:srgbClr val="0066FF"/>
                </a:solidFill>
                <a:latin typeface="Arial" panose="020B0604020202020204" pitchFamily="34" charset="0"/>
              </a:rPr>
              <a:t>(2</a:t>
            </a:r>
            <a:r>
              <a:rPr lang="en-US" altLang="en-US" sz="2000" baseline="30000" dirty="0">
                <a:solidFill>
                  <a:srgbClr val="0066FF"/>
                </a:solidFill>
                <a:latin typeface="Arial" panose="020B0604020202020204" pitchFamily="34" charset="0"/>
              </a:rPr>
              <a:t>k</a:t>
            </a:r>
            <a:r>
              <a:rPr lang="en-US" altLang="en-US" sz="2000" dirty="0">
                <a:solidFill>
                  <a:srgbClr val="0066FF"/>
                </a:solidFill>
                <a:latin typeface="Arial" panose="020B0604020202020204" pitchFamily="34" charset="0"/>
              </a:rPr>
              <a:t> – 1) </a:t>
            </a:r>
          </a:p>
          <a:p>
            <a:pPr>
              <a:lnSpc>
                <a:spcPct val="80000"/>
              </a:lnSpc>
              <a:buFont typeface="Monotype Sorts" pitchFamily="2" charset="2"/>
              <a:buNone/>
            </a:pPr>
            <a:r>
              <a:rPr lang="en-US" altLang="en-US" sz="2000" dirty="0">
                <a:latin typeface="Arial" panose="020B0604020202020204" pitchFamily="34" charset="0"/>
              </a:rPr>
              <a:t>		  = </a:t>
            </a:r>
            <a:r>
              <a:rPr lang="en-US" altLang="en-US" sz="2000" dirty="0">
                <a:solidFill>
                  <a:srgbClr val="FF0066"/>
                </a:solidFill>
                <a:latin typeface="Arial" panose="020B0604020202020204" pitchFamily="34" charset="0"/>
              </a:rPr>
              <a:t>n </a:t>
            </a:r>
            <a:r>
              <a:rPr lang="en-US" altLang="en-US" sz="2000" dirty="0" err="1">
                <a:solidFill>
                  <a:srgbClr val="FF0066"/>
                </a:solidFill>
                <a:latin typeface="Arial" panose="020B0604020202020204" pitchFamily="34" charset="0"/>
              </a:rPr>
              <a:t>lg</a:t>
            </a:r>
            <a:r>
              <a:rPr lang="en-US" altLang="en-US" sz="2000" dirty="0">
                <a:solidFill>
                  <a:srgbClr val="FF0066"/>
                </a:solidFill>
                <a:latin typeface="Arial" panose="020B0604020202020204" pitchFamily="34" charset="0"/>
              </a:rPr>
              <a:t> n </a:t>
            </a:r>
            <a:r>
              <a:rPr lang="en-US" altLang="en-US" sz="2000" dirty="0">
                <a:latin typeface="Arial" panose="020B0604020202020204" pitchFamily="34" charset="0"/>
              </a:rPr>
              <a:t>– </a:t>
            </a:r>
            <a:r>
              <a:rPr lang="en-US" altLang="en-US" sz="2000" dirty="0">
                <a:solidFill>
                  <a:srgbClr val="0066FF"/>
                </a:solidFill>
                <a:latin typeface="Arial" panose="020B0604020202020204" pitchFamily="34" charset="0"/>
              </a:rPr>
              <a:t>(n – 1</a:t>
            </a:r>
            <a:r>
              <a:rPr lang="en-US" altLang="en-US" sz="2000" dirty="0">
                <a:latin typeface="Arial" panose="020B0604020202020204" pitchFamily="34" charset="0"/>
              </a:rPr>
              <a:t>)</a:t>
            </a:r>
          </a:p>
          <a:p>
            <a:pPr>
              <a:lnSpc>
                <a:spcPct val="80000"/>
              </a:lnSpc>
              <a:buFont typeface="Monotype Sorts" pitchFamily="2" charset="2"/>
              <a:buNone/>
            </a:pPr>
            <a:r>
              <a:rPr lang="en-US" altLang="en-US" sz="2000" dirty="0">
                <a:latin typeface="Arial" panose="020B0604020202020204" pitchFamily="34" charset="0"/>
              </a:rPr>
              <a:t>		  = O(n </a:t>
            </a:r>
            <a:r>
              <a:rPr lang="en-US" altLang="en-US" sz="2000" dirty="0" err="1">
                <a:latin typeface="Arial" panose="020B0604020202020204" pitchFamily="34" charset="0"/>
              </a:rPr>
              <a:t>lg</a:t>
            </a:r>
            <a:r>
              <a:rPr lang="en-US" altLang="en-US" sz="2000" dirty="0">
                <a:latin typeface="Arial" panose="020B0604020202020204" pitchFamily="34" charset="0"/>
              </a:rPr>
              <a:t> n)</a:t>
            </a:r>
          </a:p>
          <a:p>
            <a:pPr>
              <a:lnSpc>
                <a:spcPct val="80000"/>
              </a:lnSpc>
              <a:buFont typeface="Monotype Sorts" pitchFamily="2" charset="2"/>
              <a:buNone/>
            </a:pPr>
            <a:endParaRPr lang="en-US" altLang="en-US" sz="2400" b="1" dirty="0">
              <a:latin typeface="Arial" panose="020B0604020202020204" pitchFamily="34" charset="0"/>
            </a:endParaRPr>
          </a:p>
        </p:txBody>
      </p:sp>
      <p:grpSp>
        <p:nvGrpSpPr>
          <p:cNvPr id="4" name="Group 3"/>
          <p:cNvGrpSpPr/>
          <p:nvPr/>
        </p:nvGrpSpPr>
        <p:grpSpPr>
          <a:xfrm>
            <a:off x="6704013" y="1947484"/>
            <a:ext cx="1761616" cy="762000"/>
            <a:chOff x="6704013" y="1947484"/>
            <a:chExt cx="1761616" cy="762000"/>
          </a:xfrm>
        </p:grpSpPr>
        <p:sp>
          <p:nvSpPr>
            <p:cNvPr id="8" name="Rounded Rectangular Callout 7"/>
            <p:cNvSpPr/>
            <p:nvPr/>
          </p:nvSpPr>
          <p:spPr bwMode="auto">
            <a:xfrm>
              <a:off x="6704013" y="1947484"/>
              <a:ext cx="1600200" cy="762000"/>
            </a:xfrm>
            <a:prstGeom prst="wedgeRoundRectCallout">
              <a:avLst>
                <a:gd name="adj1" fmla="val -124457"/>
                <a:gd name="adj2" fmla="val -74792"/>
                <a:gd name="adj3" fmla="val 16667"/>
              </a:avLst>
            </a:prstGeom>
            <a:solidFill>
              <a:srgbClr val="C00000"/>
            </a:solidFill>
            <a:ln w="1905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a:solidFill>
                  <a:schemeClr val="bg1"/>
                </a:solidFill>
                <a:latin typeface="Arial" charset="0"/>
              </a:endParaRPr>
            </a:p>
          </p:txBody>
        </p:sp>
        <p:sp>
          <p:nvSpPr>
            <p:cNvPr id="9" name="TextBox 8"/>
            <p:cNvSpPr txBox="1"/>
            <p:nvPr/>
          </p:nvSpPr>
          <p:spPr>
            <a:xfrm>
              <a:off x="6865429" y="2039951"/>
              <a:ext cx="1600200" cy="494751"/>
            </a:xfrm>
            <a:prstGeom prst="rect">
              <a:avLst/>
            </a:prstGeom>
            <a:noFill/>
          </p:spPr>
          <p:txBody>
            <a:bodyPr>
              <a:spAutoFit/>
            </a:bodyPr>
            <a:lstStyle/>
            <a:p>
              <a:pPr>
                <a:defRPr/>
              </a:pPr>
              <a:r>
                <a:rPr lang="en-US" sz="2400" dirty="0">
                  <a:solidFill>
                    <a:schemeClr val="bg1"/>
                  </a:solidFill>
                  <a:latin typeface="Arial" charset="0"/>
                </a:rPr>
                <a:t>k = </a:t>
              </a:r>
              <a:r>
                <a:rPr lang="en-US" sz="2400" dirty="0" err="1">
                  <a:solidFill>
                    <a:schemeClr val="bg1"/>
                  </a:solidFill>
                  <a:latin typeface="Arial" charset="0"/>
                </a:rPr>
                <a:t>lg</a:t>
              </a:r>
              <a:r>
                <a:rPr lang="en-US" sz="2400" dirty="0">
                  <a:solidFill>
                    <a:schemeClr val="bg1"/>
                  </a:solidFill>
                  <a:latin typeface="Arial" charset="0"/>
                </a:rPr>
                <a:t> n</a:t>
              </a:r>
            </a:p>
          </p:txBody>
        </p:sp>
      </p:grpSp>
      <p:grpSp>
        <p:nvGrpSpPr>
          <p:cNvPr id="2" name="Group 11"/>
          <p:cNvGrpSpPr>
            <a:grpSpLocks/>
          </p:cNvGrpSpPr>
          <p:nvPr/>
        </p:nvGrpSpPr>
        <p:grpSpPr bwMode="auto">
          <a:xfrm>
            <a:off x="5791569" y="5408428"/>
            <a:ext cx="2514600" cy="762000"/>
            <a:chOff x="5865813" y="5029200"/>
            <a:chExt cx="2514599" cy="762000"/>
          </a:xfrm>
          <a:solidFill>
            <a:srgbClr val="C00000"/>
          </a:solidFill>
        </p:grpSpPr>
        <p:sp>
          <p:nvSpPr>
            <p:cNvPr id="11" name="Rounded Rectangular Callout 10"/>
            <p:cNvSpPr/>
            <p:nvPr/>
          </p:nvSpPr>
          <p:spPr bwMode="auto">
            <a:xfrm>
              <a:off x="5865813" y="5029200"/>
              <a:ext cx="2514599" cy="762000"/>
            </a:xfrm>
            <a:prstGeom prst="wedgeRoundRectCallout">
              <a:avLst>
                <a:gd name="adj1" fmla="val -74287"/>
                <a:gd name="adj2" fmla="val -61985"/>
                <a:gd name="adj3" fmla="val 16667"/>
              </a:avLst>
            </a:prstGeom>
            <a:grpFill/>
            <a:ln w="1905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a:solidFill>
                  <a:schemeClr val="bg1"/>
                </a:solidFill>
                <a:latin typeface="Arial" charset="0"/>
              </a:endParaRPr>
            </a:p>
          </p:txBody>
        </p:sp>
        <p:sp>
          <p:nvSpPr>
            <p:cNvPr id="3083" name="TextBox 9"/>
            <p:cNvSpPr txBox="1">
              <a:spLocks noChangeArrowheads="1"/>
            </p:cNvSpPr>
            <p:nvPr/>
          </p:nvSpPr>
          <p:spPr bwMode="auto">
            <a:xfrm>
              <a:off x="6018212" y="5226334"/>
              <a:ext cx="2362200" cy="46166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Geometric series</a:t>
              </a:r>
            </a:p>
          </p:txBody>
        </p:sp>
      </p:grpSp>
      <mc:AlternateContent xmlns:mc="http://schemas.openxmlformats.org/markup-compatibility/2006" xmlns:p14="http://schemas.microsoft.com/office/powerpoint/2010/main">
        <mc:Choice Requires="p14">
          <p:contentPart p14:bwMode="auto" r:id="rId3">
            <p14:nvContentPartPr>
              <p14:cNvPr id="3074" name="Ink 11"/>
              <p14:cNvContentPartPr>
                <a14:cpLocks xmlns:a14="http://schemas.microsoft.com/office/drawing/2010/main" noRot="1" noChangeAspect="1" noEditPoints="1" noChangeArrowheads="1" noChangeShapeType="1"/>
              </p14:cNvContentPartPr>
              <p14:nvPr/>
            </p14:nvContentPartPr>
            <p14:xfrm>
              <a:off x="10291763" y="5924550"/>
              <a:ext cx="1587" cy="1588"/>
            </p14:xfrm>
          </p:contentPart>
        </mc:Choice>
        <mc:Fallback xmlns="">
          <p:pic>
            <p:nvPicPr>
              <p:cNvPr id="3074" name="Ink 11"/>
              <p:cNvPicPr>
                <a:picLocks noRot="1" noChangeAspect="1" noEditPoints="1" noChangeArrowheads="1" noChangeShapeType="1"/>
              </p:cNvPicPr>
              <p:nvPr/>
            </p:nvPicPr>
            <p:blipFill>
              <a:blip r:embed="rId4" cstate="print"/>
              <a:stretch>
                <a:fillRect/>
              </a:stretch>
            </p:blipFill>
            <p:spPr>
              <a:xfrm>
                <a:off x="10250501" y="5883262"/>
                <a:ext cx="84111" cy="84164"/>
              </a:xfrm>
              <a:prstGeom prst="rect">
                <a:avLst/>
              </a:prstGeom>
            </p:spPr>
          </p:pic>
        </mc:Fallback>
      </mc:AlternateContent>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7893">
                                            <p:txEl>
                                              <p:pRg st="4" end="4"/>
                                            </p:txEl>
                                          </p:spTgt>
                                        </p:tgtEl>
                                        <p:attrNameLst>
                                          <p:attrName>style.visibility</p:attrName>
                                        </p:attrNameLst>
                                      </p:cBhvr>
                                      <p:to>
                                        <p:strVal val="visible"/>
                                      </p:to>
                                    </p:set>
                                    <p:animEffect transition="in" filter="fade">
                                      <p:cBhvr>
                                        <p:cTn id="12" dur="500"/>
                                        <p:tgtEl>
                                          <p:spTgt spid="3789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7893">
                                            <p:txEl>
                                              <p:pRg st="5" end="5"/>
                                            </p:txEl>
                                          </p:spTgt>
                                        </p:tgtEl>
                                        <p:attrNameLst>
                                          <p:attrName>style.visibility</p:attrName>
                                        </p:attrNameLst>
                                      </p:cBhvr>
                                      <p:to>
                                        <p:strVal val="visible"/>
                                      </p:to>
                                    </p:set>
                                    <p:animEffect transition="in" filter="fade">
                                      <p:cBhvr>
                                        <p:cTn id="17" dur="500"/>
                                        <p:tgtEl>
                                          <p:spTgt spid="37893">
                                            <p:txEl>
                                              <p:pRg st="5" end="5"/>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7893">
                                            <p:txEl>
                                              <p:pRg st="6" end="6"/>
                                            </p:txEl>
                                          </p:spTgt>
                                        </p:tgtEl>
                                        <p:attrNameLst>
                                          <p:attrName>style.visibility</p:attrName>
                                        </p:attrNameLst>
                                      </p:cBhvr>
                                      <p:to>
                                        <p:strVal val="visible"/>
                                      </p:to>
                                    </p:set>
                                    <p:animEffect transition="in" filter="fade">
                                      <p:cBhvr>
                                        <p:cTn id="22" dur="500"/>
                                        <p:tgtEl>
                                          <p:spTgt spid="37893">
                                            <p:txEl>
                                              <p:pRg st="6" end="6"/>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7893">
                                            <p:txEl>
                                              <p:pRg st="7" end="7"/>
                                            </p:txEl>
                                          </p:spTgt>
                                        </p:tgtEl>
                                        <p:attrNameLst>
                                          <p:attrName>style.visibility</p:attrName>
                                        </p:attrNameLst>
                                      </p:cBhvr>
                                      <p:to>
                                        <p:strVal val="visible"/>
                                      </p:to>
                                    </p:set>
                                    <p:animEffect transition="in" filter="fade">
                                      <p:cBhvr>
                                        <p:cTn id="27" dur="500"/>
                                        <p:tgtEl>
                                          <p:spTgt spid="37893">
                                            <p:txEl>
                                              <p:pRg st="7" end="7"/>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7893">
                                            <p:txEl>
                                              <p:pRg st="8" end="8"/>
                                            </p:txEl>
                                          </p:spTgt>
                                        </p:tgtEl>
                                        <p:attrNameLst>
                                          <p:attrName>style.visibility</p:attrName>
                                        </p:attrNameLst>
                                      </p:cBhvr>
                                      <p:to>
                                        <p:strVal val="visible"/>
                                      </p:to>
                                    </p:set>
                                    <p:animEffect transition="in" filter="fade">
                                      <p:cBhvr>
                                        <p:cTn id="32" dur="500"/>
                                        <p:tgtEl>
                                          <p:spTgt spid="37893">
                                            <p:txEl>
                                              <p:pRg st="8" end="8"/>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7893">
                                            <p:txEl>
                                              <p:pRg st="9" end="9"/>
                                            </p:txEl>
                                          </p:spTgt>
                                        </p:tgtEl>
                                        <p:attrNameLst>
                                          <p:attrName>style.visibility</p:attrName>
                                        </p:attrNameLst>
                                      </p:cBhvr>
                                      <p:to>
                                        <p:strVal val="visible"/>
                                      </p:to>
                                    </p:set>
                                    <p:animEffect transition="in" filter="fade">
                                      <p:cBhvr>
                                        <p:cTn id="37" dur="500"/>
                                        <p:tgtEl>
                                          <p:spTgt spid="37893">
                                            <p:txEl>
                                              <p:pRg st="9" end="9"/>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893">
                                            <p:txEl>
                                              <p:pRg st="10" end="10"/>
                                            </p:txEl>
                                          </p:spTgt>
                                        </p:tgtEl>
                                        <p:attrNameLst>
                                          <p:attrName>style.visibility</p:attrName>
                                        </p:attrNameLst>
                                      </p:cBhvr>
                                      <p:to>
                                        <p:strVal val="visible"/>
                                      </p:to>
                                    </p:set>
                                    <p:animEffect transition="in" filter="fade">
                                      <p:cBhvr>
                                        <p:cTn id="42" dur="500"/>
                                        <p:tgtEl>
                                          <p:spTgt spid="37893">
                                            <p:txEl>
                                              <p:pRg st="10" end="1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7893">
                                            <p:txEl>
                                              <p:pRg st="11" end="11"/>
                                            </p:txEl>
                                          </p:spTgt>
                                        </p:tgtEl>
                                        <p:attrNameLst>
                                          <p:attrName>style.visibility</p:attrName>
                                        </p:attrNameLst>
                                      </p:cBhvr>
                                      <p:to>
                                        <p:strVal val="visible"/>
                                      </p:to>
                                    </p:set>
                                    <p:animEffect transition="in" filter="fade">
                                      <p:cBhvr>
                                        <p:cTn id="47" dur="500"/>
                                        <p:tgtEl>
                                          <p:spTgt spid="37893">
                                            <p:txEl>
                                              <p:pRg st="11" end="11"/>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10" presetClass="entr" presetSubtype="0"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fade">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7893">
                                            <p:txEl>
                                              <p:pRg st="12" end="12"/>
                                            </p:txEl>
                                          </p:spTgt>
                                        </p:tgtEl>
                                        <p:attrNameLst>
                                          <p:attrName>style.visibility</p:attrName>
                                        </p:attrNameLst>
                                      </p:cBhvr>
                                      <p:to>
                                        <p:strVal val="visible"/>
                                      </p:to>
                                    </p:set>
                                    <p:animEffect transition="in" filter="fade">
                                      <p:cBhvr>
                                        <p:cTn id="57" dur="500"/>
                                        <p:tgtEl>
                                          <p:spTgt spid="37893">
                                            <p:txEl>
                                              <p:pRg st="12" end="12"/>
                                            </p:txEl>
                                          </p:spTgt>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7893">
                                            <p:txEl>
                                              <p:pRg st="13" end="13"/>
                                            </p:txEl>
                                          </p:spTgt>
                                        </p:tgtEl>
                                        <p:attrNameLst>
                                          <p:attrName>style.visibility</p:attrName>
                                        </p:attrNameLst>
                                      </p:cBhvr>
                                      <p:to>
                                        <p:strVal val="visible"/>
                                      </p:to>
                                    </p:set>
                                    <p:animEffect transition="in" filter="fade">
                                      <p:cBhvr>
                                        <p:cTn id="62" dur="500"/>
                                        <p:tgtEl>
                                          <p:spTgt spid="37893">
                                            <p:txEl>
                                              <p:pRg st="13" end="13"/>
                                            </p:txEl>
                                          </p:spTgt>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7893">
                                            <p:txEl>
                                              <p:pRg st="14" end="14"/>
                                            </p:txEl>
                                          </p:spTgt>
                                        </p:tgtEl>
                                        <p:attrNameLst>
                                          <p:attrName>style.visibility</p:attrName>
                                        </p:attrNameLst>
                                      </p:cBhvr>
                                      <p:to>
                                        <p:strVal val="visible"/>
                                      </p:to>
                                    </p:set>
                                    <p:animEffect transition="in" filter="fade">
                                      <p:cBhvr>
                                        <p:cTn id="67" dur="500"/>
                                        <p:tgtEl>
                                          <p:spTgt spid="3789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3" grpId="0" uiExpand="1"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6"/>
          </p:nvPr>
        </p:nvSpPr>
        <p:spPr/>
        <p:txBody>
          <a:bodyPr/>
          <a:lstStyle/>
          <a:p>
            <a:r>
              <a:rPr lang="en-US" dirty="0">
                <a:latin typeface="Arial" charset="0"/>
              </a:rPr>
              <a:t>Visually :Recursion Tree</a:t>
            </a:r>
          </a:p>
        </p:txBody>
      </p:sp>
      <p:sp>
        <p:nvSpPr>
          <p:cNvPr id="2" name="Rectangle 48"/>
          <p:cNvSpPr>
            <a:spLocks noChangeArrowheads="1"/>
          </p:cNvSpPr>
          <p:nvPr/>
        </p:nvSpPr>
        <p:spPr bwMode="gray">
          <a:xfrm>
            <a:off x="357982" y="793750"/>
            <a:ext cx="185737" cy="395288"/>
          </a:xfrm>
          <a:prstGeom prst="rect">
            <a:avLst/>
          </a:prstGeom>
          <a:noFill/>
          <a:ln w="9525">
            <a:noFill/>
            <a:miter lim="800000"/>
            <a:headEnd/>
            <a:tailEnd/>
          </a:ln>
        </p:spPr>
        <p:txBody>
          <a:bodyPr wrap="none" lIns="92075" tIns="46038" rIns="92075" bIns="46038">
            <a:spAutoFit/>
          </a:bodyPr>
          <a:lstStyle/>
          <a:p>
            <a:pPr>
              <a:defRPr/>
            </a:pPr>
            <a:endParaRPr lang="en-US" sz="1800" dirty="0">
              <a:solidFill>
                <a:schemeClr val="accent6">
                  <a:lumMod val="50000"/>
                </a:schemeClr>
              </a:solidFill>
              <a:latin typeface="Arial" charset="0"/>
            </a:endParaRPr>
          </a:p>
        </p:txBody>
      </p:sp>
      <p:sp>
        <p:nvSpPr>
          <p:cNvPr id="47144" name="Text Box 52"/>
          <p:cNvSpPr txBox="1">
            <a:spLocks noChangeArrowheads="1"/>
          </p:cNvSpPr>
          <p:nvPr/>
        </p:nvSpPr>
        <p:spPr bwMode="gray">
          <a:xfrm>
            <a:off x="8939837" y="2320060"/>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n-2</a:t>
            </a:r>
            <a:endParaRPr lang="en-US" altLang="en-US" dirty="0">
              <a:solidFill>
                <a:srgbClr val="CC6600"/>
              </a:solidFill>
            </a:endParaRPr>
          </a:p>
        </p:txBody>
      </p:sp>
      <p:sp>
        <p:nvSpPr>
          <p:cNvPr id="47145" name="Text Box 53"/>
          <p:cNvSpPr txBox="1">
            <a:spLocks noChangeArrowheads="1"/>
          </p:cNvSpPr>
          <p:nvPr/>
        </p:nvSpPr>
        <p:spPr bwMode="gray">
          <a:xfrm>
            <a:off x="8966603" y="3323768"/>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n-4</a:t>
            </a:r>
          </a:p>
        </p:txBody>
      </p:sp>
      <p:sp>
        <p:nvSpPr>
          <p:cNvPr id="47146" name="Text Box 54"/>
          <p:cNvSpPr txBox="1">
            <a:spLocks noChangeArrowheads="1"/>
          </p:cNvSpPr>
          <p:nvPr/>
        </p:nvSpPr>
        <p:spPr bwMode="gray">
          <a:xfrm>
            <a:off x="8939838" y="1394363"/>
            <a:ext cx="532197"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defPPr>
              <a:defRPr lang="en-US"/>
            </a:defPPr>
            <a:lvl1pPr eaLnBrk="1" hangingPunct="1">
              <a:defRPr sz="1800">
                <a:solidFill>
                  <a:srgbClr val="CC66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t>n-1</a:t>
            </a:r>
          </a:p>
        </p:txBody>
      </p:sp>
      <p:sp>
        <p:nvSpPr>
          <p:cNvPr id="47148" name="Text Box 58"/>
          <p:cNvSpPr txBox="1">
            <a:spLocks noChangeArrowheads="1"/>
          </p:cNvSpPr>
          <p:nvPr/>
        </p:nvSpPr>
        <p:spPr bwMode="gray">
          <a:xfrm>
            <a:off x="8663577" y="4725619"/>
            <a:ext cx="881652" cy="394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CC6600"/>
                </a:solidFill>
              </a:rPr>
              <a:t>n - 2</a:t>
            </a:r>
            <a:r>
              <a:rPr lang="en-US" altLang="en-US" sz="1800" baseline="30000" dirty="0">
                <a:solidFill>
                  <a:srgbClr val="CC6600"/>
                </a:solidFill>
              </a:rPr>
              <a:t>k-1</a:t>
            </a:r>
          </a:p>
        </p:txBody>
      </p:sp>
      <p:sp>
        <p:nvSpPr>
          <p:cNvPr id="57" name="TextBox 56"/>
          <p:cNvSpPr txBox="1"/>
          <p:nvPr/>
        </p:nvSpPr>
        <p:spPr>
          <a:xfrm>
            <a:off x="655468" y="5914933"/>
            <a:ext cx="3581400" cy="461665"/>
          </a:xfrm>
          <a:prstGeom prst="rect">
            <a:avLst/>
          </a:prstGeom>
          <a:noFill/>
        </p:spPr>
        <p:txBody>
          <a:bodyPr>
            <a:spAutoFit/>
          </a:bodyPr>
          <a:lstStyle/>
          <a:p>
            <a:pPr algn="ctr">
              <a:defRPr/>
            </a:pPr>
            <a:r>
              <a:rPr lang="en-US" sz="2000" b="0" dirty="0">
                <a:solidFill>
                  <a:schemeClr val="tx1"/>
                </a:solidFill>
                <a:latin typeface="+mn-lt"/>
              </a:rPr>
              <a:t>Height of tree is </a:t>
            </a:r>
            <a:r>
              <a:rPr lang="en-US" sz="2000" i="1" dirty="0">
                <a:solidFill>
                  <a:srgbClr val="002060"/>
                </a:solidFill>
                <a:latin typeface="+mn-lt"/>
              </a:rPr>
              <a:t>k</a:t>
            </a:r>
            <a:r>
              <a:rPr lang="en-US" sz="2000" dirty="0">
                <a:solidFill>
                  <a:srgbClr val="002060"/>
                </a:solidFill>
                <a:latin typeface="+mn-lt"/>
              </a:rPr>
              <a:t> = </a:t>
            </a:r>
            <a:r>
              <a:rPr lang="en-US" sz="2000" i="1" dirty="0">
                <a:solidFill>
                  <a:srgbClr val="002060"/>
                </a:solidFill>
                <a:latin typeface="+mn-lt"/>
              </a:rPr>
              <a:t>O</a:t>
            </a:r>
            <a:r>
              <a:rPr lang="en-US" sz="2000" dirty="0">
                <a:solidFill>
                  <a:srgbClr val="002060"/>
                </a:solidFill>
                <a:latin typeface="+mn-lt"/>
              </a:rPr>
              <a:t>(</a:t>
            </a:r>
            <a:r>
              <a:rPr lang="en-US" sz="2000" dirty="0" err="1">
                <a:solidFill>
                  <a:srgbClr val="002060"/>
                </a:solidFill>
                <a:latin typeface="+mn-lt"/>
              </a:rPr>
              <a:t>lg</a:t>
            </a:r>
            <a:r>
              <a:rPr lang="en-US" sz="2000" dirty="0">
                <a:solidFill>
                  <a:srgbClr val="002060"/>
                </a:solidFill>
                <a:latin typeface="+mn-lt"/>
              </a:rPr>
              <a:t> </a:t>
            </a:r>
            <a:r>
              <a:rPr lang="en-US" sz="2000" i="1" dirty="0">
                <a:solidFill>
                  <a:srgbClr val="002060"/>
                </a:solidFill>
                <a:latin typeface="+mn-lt"/>
              </a:rPr>
              <a:t>n</a:t>
            </a:r>
            <a:r>
              <a:rPr lang="en-US" sz="2000" dirty="0">
                <a:solidFill>
                  <a:srgbClr val="002060"/>
                </a:solidFill>
                <a:latin typeface="+mn-lt"/>
              </a:rPr>
              <a:t>)</a:t>
            </a:r>
          </a:p>
        </p:txBody>
      </p:sp>
      <p:sp>
        <p:nvSpPr>
          <p:cNvPr id="47111" name="TextBox 59"/>
          <p:cNvSpPr txBox="1">
            <a:spLocks noChangeArrowheads="1"/>
          </p:cNvSpPr>
          <p:nvPr/>
        </p:nvSpPr>
        <p:spPr bwMode="auto">
          <a:xfrm>
            <a:off x="7441560" y="5159375"/>
            <a:ext cx="21336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r" eaLnBrk="1" hangingPunct="1"/>
            <a:r>
              <a:rPr lang="en-US" altLang="en-US" sz="1800" dirty="0">
                <a:solidFill>
                  <a:srgbClr val="CC6600"/>
                </a:solidFill>
              </a:rPr>
              <a:t>Total: </a:t>
            </a:r>
            <a:r>
              <a:rPr lang="en-US" altLang="en-US" sz="1800" i="1" dirty="0">
                <a:solidFill>
                  <a:srgbClr val="CC6600"/>
                </a:solidFill>
              </a:rPr>
              <a:t>O</a:t>
            </a:r>
            <a:r>
              <a:rPr lang="en-US" altLang="en-US" sz="1800" dirty="0">
                <a:solidFill>
                  <a:srgbClr val="CC6600"/>
                </a:solidFill>
              </a:rPr>
              <a:t>(</a:t>
            </a:r>
            <a:r>
              <a:rPr lang="en-US" altLang="en-US" sz="1800" dirty="0" err="1">
                <a:solidFill>
                  <a:srgbClr val="CC6600"/>
                </a:solidFill>
              </a:rPr>
              <a:t>nlgn</a:t>
            </a:r>
            <a:r>
              <a:rPr lang="en-US" altLang="en-US" sz="1800" dirty="0">
                <a:solidFill>
                  <a:srgbClr val="CC6600"/>
                </a:solidFill>
              </a:rPr>
              <a:t>)</a:t>
            </a:r>
          </a:p>
        </p:txBody>
      </p:sp>
      <p:grpSp>
        <p:nvGrpSpPr>
          <p:cNvPr id="7" name="Group 61"/>
          <p:cNvGrpSpPr>
            <a:grpSpLocks/>
          </p:cNvGrpSpPr>
          <p:nvPr/>
        </p:nvGrpSpPr>
        <p:grpSpPr bwMode="auto">
          <a:xfrm>
            <a:off x="516992" y="5413283"/>
            <a:ext cx="2209800" cy="387350"/>
            <a:chOff x="303212" y="5867400"/>
            <a:chExt cx="2209800" cy="387798"/>
          </a:xfrm>
          <a:solidFill>
            <a:schemeClr val="accent2">
              <a:lumMod val="50000"/>
            </a:schemeClr>
          </a:solidFill>
        </p:grpSpPr>
        <p:sp>
          <p:nvSpPr>
            <p:cNvPr id="47113" name="Rounded Rectangular Callout 59"/>
            <p:cNvSpPr>
              <a:spLocks noChangeArrowheads="1"/>
            </p:cNvSpPr>
            <p:nvPr/>
          </p:nvSpPr>
          <p:spPr bwMode="auto">
            <a:xfrm>
              <a:off x="303212" y="5867400"/>
              <a:ext cx="2209800" cy="381000"/>
            </a:xfrm>
            <a:prstGeom prst="wedgeRoundRectCallout">
              <a:avLst>
                <a:gd name="adj1" fmla="val -29926"/>
                <a:gd name="adj2" fmla="val -98537"/>
                <a:gd name="adj3" fmla="val 16667"/>
              </a:avLst>
            </a:prstGeom>
            <a:grpFill/>
            <a:ln w="12700" cap="sq" algn="ctr">
              <a:solidFill>
                <a:schemeClr val="tx1"/>
              </a:solidFill>
              <a:round/>
              <a:headEnd type="none" w="sm" len="sm"/>
              <a:tailEnd type="none" w="sm" len="sm"/>
            </a:ln>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61" name="TextBox 60"/>
            <p:cNvSpPr txBox="1"/>
            <p:nvPr/>
          </p:nvSpPr>
          <p:spPr>
            <a:xfrm>
              <a:off x="379412" y="5867400"/>
              <a:ext cx="2133600" cy="387798"/>
            </a:xfrm>
            <a:prstGeom prst="rect">
              <a:avLst/>
            </a:prstGeom>
            <a:grpFill/>
          </p:spPr>
          <p:txBody>
            <a:bodyPr>
              <a:spAutoFit/>
            </a:bodyPr>
            <a:lstStyle/>
            <a:p>
              <a:pPr>
                <a:defRPr/>
              </a:pPr>
              <a:r>
                <a:rPr lang="en-US" dirty="0">
                  <a:solidFill>
                    <a:schemeClr val="bg1"/>
                  </a:solidFill>
                  <a:latin typeface="+mn-lt"/>
                </a:rPr>
                <a:t>W(2) = 2W(1) + 1 = 1</a:t>
              </a:r>
            </a:p>
          </p:txBody>
        </p:sp>
      </p:grpSp>
      <p:graphicFrame>
        <p:nvGraphicFramePr>
          <p:cNvPr id="60" name="Table 59"/>
          <p:cNvGraphicFramePr>
            <a:graphicFrameLocks noGrp="1"/>
          </p:cNvGraphicFramePr>
          <p:nvPr>
            <p:extLst>
              <p:ext uri="{D42A27DB-BD31-4B8C-83A1-F6EECF244321}">
                <p14:modId xmlns:p14="http://schemas.microsoft.com/office/powerpoint/2010/main" val="2200643092"/>
              </p:ext>
            </p:extLst>
          </p:nvPr>
        </p:nvGraphicFramePr>
        <p:xfrm>
          <a:off x="4143999" y="1371600"/>
          <a:ext cx="1614826" cy="394865"/>
        </p:xfrm>
        <a:graphic>
          <a:graphicData uri="http://schemas.openxmlformats.org/drawingml/2006/table">
            <a:tbl>
              <a:tblPr firstRow="1" bandRow="1">
                <a:tableStyleId>{5C22544A-7EE6-4342-B048-85BDC9FD1C3A}</a:tableStyleId>
              </a:tblPr>
              <a:tblGrid>
                <a:gridCol w="807413">
                  <a:extLst>
                    <a:ext uri="{9D8B030D-6E8A-4147-A177-3AD203B41FA5}">
                      <a16:colId xmlns:a16="http://schemas.microsoft.com/office/drawing/2014/main" val="20000"/>
                    </a:ext>
                  </a:extLst>
                </a:gridCol>
                <a:gridCol w="807413">
                  <a:extLst>
                    <a:ext uri="{9D8B030D-6E8A-4147-A177-3AD203B41FA5}">
                      <a16:colId xmlns:a16="http://schemas.microsoft.com/office/drawing/2014/main" val="20001"/>
                    </a:ext>
                  </a:extLst>
                </a:gridCol>
              </a:tblGrid>
              <a:tr h="394865">
                <a:tc>
                  <a:txBody>
                    <a:bodyPr/>
                    <a:lstStyle/>
                    <a:p>
                      <a:pPr algn="ctr"/>
                      <a:r>
                        <a:rPr lang="en-GB" dirty="0"/>
                        <a:t>W(n)</a:t>
                      </a:r>
                    </a:p>
                  </a:txBody>
                  <a:tcPr anchor="ctr">
                    <a:solidFill>
                      <a:schemeClr val="accent1">
                        <a:lumMod val="50000"/>
                      </a:schemeClr>
                    </a:solidFill>
                  </a:tcPr>
                </a:tc>
                <a:tc>
                  <a:txBody>
                    <a:bodyPr/>
                    <a:lstStyle/>
                    <a:p>
                      <a:pPr algn="ctr"/>
                      <a:r>
                        <a:rPr lang="en-GB" dirty="0">
                          <a:solidFill>
                            <a:schemeClr val="tx1"/>
                          </a:solidFill>
                        </a:rPr>
                        <a:t>n-1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2" name="Table 61"/>
          <p:cNvGraphicFramePr>
            <a:graphicFrameLocks noGrp="1"/>
          </p:cNvGraphicFramePr>
          <p:nvPr>
            <p:extLst>
              <p:ext uri="{D42A27DB-BD31-4B8C-83A1-F6EECF244321}">
                <p14:modId xmlns:p14="http://schemas.microsoft.com/office/powerpoint/2010/main" val="3952310819"/>
              </p:ext>
            </p:extLst>
          </p:nvPr>
        </p:nvGraphicFramePr>
        <p:xfrm>
          <a:off x="1913051" y="2281157"/>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W(n/2)</a:t>
                      </a:r>
                    </a:p>
                  </a:txBody>
                  <a:tcPr anchor="ctr">
                    <a:solidFill>
                      <a:schemeClr val="accent1">
                        <a:lumMod val="50000"/>
                      </a:schemeClr>
                    </a:solidFill>
                  </a:tcPr>
                </a:tc>
                <a:tc>
                  <a:txBody>
                    <a:bodyPr/>
                    <a:lstStyle/>
                    <a:p>
                      <a:pPr algn="ctr"/>
                      <a:r>
                        <a:rPr lang="en-GB" dirty="0">
                          <a:solidFill>
                            <a:schemeClr val="tx1"/>
                          </a:solidFill>
                        </a:rPr>
                        <a:t>n/2 -1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4" name="Table 63"/>
          <p:cNvGraphicFramePr>
            <a:graphicFrameLocks noGrp="1"/>
          </p:cNvGraphicFramePr>
          <p:nvPr>
            <p:extLst>
              <p:ext uri="{D42A27DB-BD31-4B8C-83A1-F6EECF244321}">
                <p14:modId xmlns:p14="http://schemas.microsoft.com/office/powerpoint/2010/main" val="1390537775"/>
              </p:ext>
            </p:extLst>
          </p:nvPr>
        </p:nvGraphicFramePr>
        <p:xfrm>
          <a:off x="5913268" y="2281157"/>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W(n/2)</a:t>
                      </a:r>
                    </a:p>
                  </a:txBody>
                  <a:tcPr anchor="ctr">
                    <a:solidFill>
                      <a:schemeClr val="accent1">
                        <a:lumMod val="50000"/>
                      </a:schemeClr>
                    </a:solidFill>
                  </a:tcPr>
                </a:tc>
                <a:tc>
                  <a:txBody>
                    <a:bodyPr/>
                    <a:lstStyle/>
                    <a:p>
                      <a:pPr algn="ctr"/>
                      <a:r>
                        <a:rPr lang="en-GB" dirty="0">
                          <a:solidFill>
                            <a:schemeClr val="tx1"/>
                          </a:solidFill>
                        </a:rPr>
                        <a:t>n/2 -1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67" name="Table 66"/>
          <p:cNvGraphicFramePr>
            <a:graphicFrameLocks noGrp="1"/>
          </p:cNvGraphicFramePr>
          <p:nvPr>
            <p:extLst>
              <p:ext uri="{D42A27DB-BD31-4B8C-83A1-F6EECF244321}">
                <p14:modId xmlns:p14="http://schemas.microsoft.com/office/powerpoint/2010/main" val="607383773"/>
              </p:ext>
            </p:extLst>
          </p:nvPr>
        </p:nvGraphicFramePr>
        <p:xfrm>
          <a:off x="531812"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0" name="Table 69"/>
          <p:cNvGraphicFramePr>
            <a:graphicFrameLocks noGrp="1"/>
          </p:cNvGraphicFramePr>
          <p:nvPr>
            <p:extLst>
              <p:ext uri="{D42A27DB-BD31-4B8C-83A1-F6EECF244321}">
                <p14:modId xmlns:p14="http://schemas.microsoft.com/office/powerpoint/2010/main" val="2325067295"/>
              </p:ext>
            </p:extLst>
          </p:nvPr>
        </p:nvGraphicFramePr>
        <p:xfrm>
          <a:off x="2665412"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2" name="Table 71"/>
          <p:cNvGraphicFramePr>
            <a:graphicFrameLocks noGrp="1"/>
          </p:cNvGraphicFramePr>
          <p:nvPr>
            <p:extLst>
              <p:ext uri="{D42A27DB-BD31-4B8C-83A1-F6EECF244321}">
                <p14:modId xmlns:p14="http://schemas.microsoft.com/office/powerpoint/2010/main" val="3311317890"/>
              </p:ext>
            </p:extLst>
          </p:nvPr>
        </p:nvGraphicFramePr>
        <p:xfrm>
          <a:off x="5011750"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4" name="Table 73"/>
          <p:cNvGraphicFramePr>
            <a:graphicFrameLocks noGrp="1"/>
          </p:cNvGraphicFramePr>
          <p:nvPr>
            <p:extLst>
              <p:ext uri="{D42A27DB-BD31-4B8C-83A1-F6EECF244321}">
                <p14:modId xmlns:p14="http://schemas.microsoft.com/office/powerpoint/2010/main" val="1139897175"/>
              </p:ext>
            </p:extLst>
          </p:nvPr>
        </p:nvGraphicFramePr>
        <p:xfrm>
          <a:off x="7056268" y="3284864"/>
          <a:ext cx="1933744" cy="472660"/>
        </p:xfrm>
        <a:graphic>
          <a:graphicData uri="http://schemas.openxmlformats.org/drawingml/2006/table">
            <a:tbl>
              <a:tblPr firstRow="1" bandRow="1">
                <a:tableStyleId>{5C22544A-7EE6-4342-B048-85BDC9FD1C3A}</a:tableStyleId>
              </a:tblPr>
              <a:tblGrid>
                <a:gridCol w="966872">
                  <a:extLst>
                    <a:ext uri="{9D8B030D-6E8A-4147-A177-3AD203B41FA5}">
                      <a16:colId xmlns:a16="http://schemas.microsoft.com/office/drawing/2014/main" val="20000"/>
                    </a:ext>
                  </a:extLst>
                </a:gridCol>
                <a:gridCol w="966872">
                  <a:extLst>
                    <a:ext uri="{9D8B030D-6E8A-4147-A177-3AD203B41FA5}">
                      <a16:colId xmlns:a16="http://schemas.microsoft.com/office/drawing/2014/main" val="20001"/>
                    </a:ext>
                  </a:extLst>
                </a:gridCol>
              </a:tblGrid>
              <a:tr h="472660">
                <a:tc>
                  <a:txBody>
                    <a:bodyPr/>
                    <a:lstStyle/>
                    <a:p>
                      <a:pPr algn="ctr"/>
                      <a:r>
                        <a:rPr lang="en-GB" dirty="0"/>
                        <a:t>W(n/4)</a:t>
                      </a:r>
                    </a:p>
                  </a:txBody>
                  <a:tcPr anchor="ctr">
                    <a:solidFill>
                      <a:schemeClr val="accent1">
                        <a:lumMod val="50000"/>
                      </a:schemeClr>
                    </a:solidFill>
                  </a:tcPr>
                </a:tc>
                <a:tc>
                  <a:txBody>
                    <a:bodyPr/>
                    <a:lstStyle/>
                    <a:p>
                      <a:pPr algn="ctr"/>
                      <a:r>
                        <a:rPr lang="en-GB" dirty="0">
                          <a:solidFill>
                            <a:schemeClr val="tx1"/>
                          </a:solidFill>
                        </a:rPr>
                        <a:t>n/4 -1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91" name="Table 90"/>
          <p:cNvGraphicFramePr>
            <a:graphicFrameLocks noGrp="1"/>
          </p:cNvGraphicFramePr>
          <p:nvPr>
            <p:extLst>
              <p:ext uri="{D42A27DB-BD31-4B8C-83A1-F6EECF244321}">
                <p14:modId xmlns:p14="http://schemas.microsoft.com/office/powerpoint/2010/main" val="4290209049"/>
              </p:ext>
            </p:extLst>
          </p:nvPr>
        </p:nvGraphicFramePr>
        <p:xfrm>
          <a:off x="530757" y="4686715"/>
          <a:ext cx="2352768" cy="472660"/>
        </p:xfrm>
        <a:graphic>
          <a:graphicData uri="http://schemas.openxmlformats.org/drawingml/2006/table">
            <a:tbl>
              <a:tblPr firstRow="1" bandRow="1">
                <a:tableStyleId>{5C22544A-7EE6-4342-B048-85BDC9FD1C3A}</a:tableStyleId>
              </a:tblPr>
              <a:tblGrid>
                <a:gridCol w="1176384">
                  <a:extLst>
                    <a:ext uri="{9D8B030D-6E8A-4147-A177-3AD203B41FA5}">
                      <a16:colId xmlns:a16="http://schemas.microsoft.com/office/drawing/2014/main" val="20000"/>
                    </a:ext>
                  </a:extLst>
                </a:gridCol>
                <a:gridCol w="1176384">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93" name="Table 92"/>
          <p:cNvGraphicFramePr>
            <a:graphicFrameLocks noGrp="1"/>
          </p:cNvGraphicFramePr>
          <p:nvPr>
            <p:extLst>
              <p:ext uri="{D42A27DB-BD31-4B8C-83A1-F6EECF244321}">
                <p14:modId xmlns:p14="http://schemas.microsoft.com/office/powerpoint/2010/main" val="1172015127"/>
              </p:ext>
            </p:extLst>
          </p:nvPr>
        </p:nvGraphicFramePr>
        <p:xfrm>
          <a:off x="3040191" y="4686715"/>
          <a:ext cx="2322600" cy="472660"/>
        </p:xfrm>
        <a:graphic>
          <a:graphicData uri="http://schemas.openxmlformats.org/drawingml/2006/table">
            <a:tbl>
              <a:tblPr firstRow="1" bandRow="1">
                <a:tableStyleId>{5C22544A-7EE6-4342-B048-85BDC9FD1C3A}</a:tableStyleId>
              </a:tblPr>
              <a:tblGrid>
                <a:gridCol w="1161300">
                  <a:extLst>
                    <a:ext uri="{9D8B030D-6E8A-4147-A177-3AD203B41FA5}">
                      <a16:colId xmlns:a16="http://schemas.microsoft.com/office/drawing/2014/main" val="20000"/>
                    </a:ext>
                  </a:extLst>
                </a:gridCol>
                <a:gridCol w="1161300">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cxnSp>
        <p:nvCxnSpPr>
          <p:cNvPr id="9" name="Straight Connector 8"/>
          <p:cNvCxnSpPr/>
          <p:nvPr/>
        </p:nvCxnSpPr>
        <p:spPr>
          <a:xfrm>
            <a:off x="5484812" y="4923045"/>
            <a:ext cx="838200" cy="0"/>
          </a:xfrm>
          <a:prstGeom prst="line">
            <a:avLst/>
          </a:prstGeom>
          <a:ln w="28575">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cxnSp>
      <p:graphicFrame>
        <p:nvGraphicFramePr>
          <p:cNvPr id="98" name="Table 97"/>
          <p:cNvGraphicFramePr>
            <a:graphicFrameLocks noGrp="1"/>
          </p:cNvGraphicFramePr>
          <p:nvPr>
            <p:extLst>
              <p:ext uri="{D42A27DB-BD31-4B8C-83A1-F6EECF244321}">
                <p14:modId xmlns:p14="http://schemas.microsoft.com/office/powerpoint/2010/main" val="15257445"/>
              </p:ext>
            </p:extLst>
          </p:nvPr>
        </p:nvGraphicFramePr>
        <p:xfrm>
          <a:off x="6386640" y="4686715"/>
          <a:ext cx="2322600" cy="472660"/>
        </p:xfrm>
        <a:graphic>
          <a:graphicData uri="http://schemas.openxmlformats.org/drawingml/2006/table">
            <a:tbl>
              <a:tblPr firstRow="1" bandRow="1">
                <a:tableStyleId>{5C22544A-7EE6-4342-B048-85BDC9FD1C3A}</a:tableStyleId>
              </a:tblPr>
              <a:tblGrid>
                <a:gridCol w="1161300">
                  <a:extLst>
                    <a:ext uri="{9D8B030D-6E8A-4147-A177-3AD203B41FA5}">
                      <a16:colId xmlns:a16="http://schemas.microsoft.com/office/drawing/2014/main" val="20000"/>
                    </a:ext>
                  </a:extLst>
                </a:gridCol>
                <a:gridCol w="1161300">
                  <a:extLst>
                    <a:ext uri="{9D8B030D-6E8A-4147-A177-3AD203B41FA5}">
                      <a16:colId xmlns:a16="http://schemas.microsoft.com/office/drawing/2014/main" val="20001"/>
                    </a:ext>
                  </a:extLst>
                </a:gridCol>
              </a:tblGrid>
              <a:tr h="472660">
                <a:tc>
                  <a:txBody>
                    <a:bodyPr/>
                    <a:lstStyle/>
                    <a:p>
                      <a:pPr eaLnBrk="1" hangingPunct="1"/>
                      <a:r>
                        <a:rPr lang="en-US" altLang="en-US" sz="1800" dirty="0">
                          <a:solidFill>
                            <a:schemeClr val="bg1"/>
                          </a:solidFill>
                        </a:rPr>
                        <a:t>W(n/2</a:t>
                      </a:r>
                      <a:r>
                        <a:rPr lang="en-US" altLang="en-US" sz="1800" baseline="30000" dirty="0">
                          <a:solidFill>
                            <a:schemeClr val="bg1"/>
                          </a:solidFill>
                        </a:rPr>
                        <a:t>k-1</a:t>
                      </a:r>
                      <a:r>
                        <a:rPr lang="en-US" altLang="en-US" sz="1800" dirty="0">
                          <a:solidFill>
                            <a:schemeClr val="bg1"/>
                          </a:solidFill>
                        </a:rPr>
                        <a:t>)</a:t>
                      </a:r>
                    </a:p>
                  </a:txBody>
                  <a:tcPr anchor="ctr">
                    <a:solidFill>
                      <a:schemeClr val="accent1">
                        <a:lumMod val="50000"/>
                      </a:schemeClr>
                    </a:solidFill>
                  </a:tcPr>
                </a:tc>
                <a:tc>
                  <a:txBody>
                    <a:bodyPr/>
                    <a:lstStyle/>
                    <a:p>
                      <a:pPr eaLnBrk="1" hangingPunct="1"/>
                      <a:r>
                        <a:rPr lang="en-US" altLang="en-US" sz="1800" dirty="0">
                          <a:solidFill>
                            <a:schemeClr val="tx1"/>
                          </a:solidFill>
                        </a:rPr>
                        <a:t>n/2</a:t>
                      </a:r>
                      <a:r>
                        <a:rPr lang="en-US" altLang="en-US" sz="1800" baseline="30000" dirty="0">
                          <a:solidFill>
                            <a:schemeClr val="tx1"/>
                          </a:solidFill>
                        </a:rPr>
                        <a:t>k-1</a:t>
                      </a:r>
                      <a:r>
                        <a:rPr lang="en-US" altLang="en-US" sz="1800" dirty="0">
                          <a:solidFill>
                            <a:schemeClr val="tx1"/>
                          </a:solidFill>
                        </a:rPr>
                        <a:t> -1</a:t>
                      </a:r>
                    </a:p>
                  </a:txBody>
                  <a:tcPr anchor="ctr">
                    <a:solidFill>
                      <a:schemeClr val="accent5">
                        <a:lumMod val="75000"/>
                      </a:schemeClr>
                    </a:solidFill>
                  </a:tcPr>
                </a:tc>
                <a:extLst>
                  <a:ext uri="{0D108BD9-81ED-4DB2-BD59-A6C34878D82A}">
                    <a16:rowId xmlns:a16="http://schemas.microsoft.com/office/drawing/2014/main" val="10000"/>
                  </a:ext>
                </a:extLst>
              </a:tr>
            </a:tbl>
          </a:graphicData>
        </a:graphic>
      </p:graphicFrame>
      <p:grpSp>
        <p:nvGrpSpPr>
          <p:cNvPr id="10" name="Group 9"/>
          <p:cNvGrpSpPr/>
          <p:nvPr/>
        </p:nvGrpSpPr>
        <p:grpSpPr>
          <a:xfrm>
            <a:off x="3121379" y="1789216"/>
            <a:ext cx="3660066" cy="489053"/>
            <a:chOff x="3121379" y="1789216"/>
            <a:chExt cx="3660066" cy="489053"/>
          </a:xfrm>
        </p:grpSpPr>
        <p:sp>
          <p:nvSpPr>
            <p:cNvPr id="47124" name="Line 18"/>
            <p:cNvSpPr>
              <a:spLocks noChangeShapeType="1"/>
            </p:cNvSpPr>
            <p:nvPr/>
          </p:nvSpPr>
          <p:spPr bwMode="gray">
            <a:xfrm flipH="1">
              <a:off x="3121379" y="1789216"/>
              <a:ext cx="1398822" cy="489053"/>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4" name="Line 18"/>
            <p:cNvSpPr>
              <a:spLocks noChangeShapeType="1"/>
            </p:cNvSpPr>
            <p:nvPr/>
          </p:nvSpPr>
          <p:spPr bwMode="gray">
            <a:xfrm>
              <a:off x="5382623" y="1789216"/>
              <a:ext cx="1398822" cy="489053"/>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grpSp>
        <p:nvGrpSpPr>
          <p:cNvPr id="13" name="Group 12"/>
          <p:cNvGrpSpPr/>
          <p:nvPr/>
        </p:nvGrpSpPr>
        <p:grpSpPr>
          <a:xfrm>
            <a:off x="2156624" y="2743200"/>
            <a:ext cx="5429813" cy="541664"/>
            <a:chOff x="2156624" y="2743200"/>
            <a:chExt cx="5429813" cy="541664"/>
          </a:xfrm>
        </p:grpSpPr>
        <p:sp>
          <p:nvSpPr>
            <p:cNvPr id="73" name="Line 18"/>
            <p:cNvSpPr>
              <a:spLocks noChangeShapeType="1"/>
            </p:cNvSpPr>
            <p:nvPr/>
          </p:nvSpPr>
          <p:spPr bwMode="gray">
            <a:xfrm>
              <a:off x="734457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6" name="Line 18"/>
            <p:cNvSpPr>
              <a:spLocks noChangeShapeType="1"/>
            </p:cNvSpPr>
            <p:nvPr/>
          </p:nvSpPr>
          <p:spPr bwMode="gray">
            <a:xfrm flipH="1">
              <a:off x="621968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7" name="Line 18"/>
            <p:cNvSpPr>
              <a:spLocks noChangeShapeType="1"/>
            </p:cNvSpPr>
            <p:nvPr/>
          </p:nvSpPr>
          <p:spPr bwMode="gray">
            <a:xfrm>
              <a:off x="328151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8" name="Line 18"/>
            <p:cNvSpPr>
              <a:spLocks noChangeShapeType="1"/>
            </p:cNvSpPr>
            <p:nvPr/>
          </p:nvSpPr>
          <p:spPr bwMode="gray">
            <a:xfrm flipH="1">
              <a:off x="2156624" y="2743200"/>
              <a:ext cx="241863" cy="541664"/>
            </a:xfrm>
            <a:prstGeom prst="line">
              <a:avLst/>
            </a:prstGeom>
            <a:ln>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grpSp>
        <p:nvGrpSpPr>
          <p:cNvPr id="3" name="Group 2"/>
          <p:cNvGrpSpPr/>
          <p:nvPr/>
        </p:nvGrpSpPr>
        <p:grpSpPr>
          <a:xfrm>
            <a:off x="1261809" y="3868370"/>
            <a:ext cx="7499603" cy="334957"/>
            <a:chOff x="1261809" y="3868370"/>
            <a:chExt cx="7499603" cy="334957"/>
          </a:xfrm>
        </p:grpSpPr>
        <p:sp>
          <p:nvSpPr>
            <p:cNvPr id="82" name="Line 18"/>
            <p:cNvSpPr>
              <a:spLocks noChangeShapeType="1"/>
            </p:cNvSpPr>
            <p:nvPr/>
          </p:nvSpPr>
          <p:spPr bwMode="gray">
            <a:xfrm>
              <a:off x="85770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49" name="Line 18"/>
            <p:cNvSpPr>
              <a:spLocks noChangeShapeType="1"/>
            </p:cNvSpPr>
            <p:nvPr/>
          </p:nvSpPr>
          <p:spPr bwMode="gray">
            <a:xfrm flipH="1">
              <a:off x="7420511"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0" name="Line 18"/>
            <p:cNvSpPr>
              <a:spLocks noChangeShapeType="1"/>
            </p:cNvSpPr>
            <p:nvPr/>
          </p:nvSpPr>
          <p:spPr bwMode="gray">
            <a:xfrm>
              <a:off x="651928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1" name="Line 18"/>
            <p:cNvSpPr>
              <a:spLocks noChangeShapeType="1"/>
            </p:cNvSpPr>
            <p:nvPr/>
          </p:nvSpPr>
          <p:spPr bwMode="gray">
            <a:xfrm flipH="1">
              <a:off x="5362791"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2" name="Line 18"/>
            <p:cNvSpPr>
              <a:spLocks noChangeShapeType="1"/>
            </p:cNvSpPr>
            <p:nvPr/>
          </p:nvSpPr>
          <p:spPr bwMode="gray">
            <a:xfrm>
              <a:off x="36240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sp>
          <p:nvSpPr>
            <p:cNvPr id="53" name="Line 18"/>
            <p:cNvSpPr>
              <a:spLocks noChangeShapeType="1"/>
            </p:cNvSpPr>
            <p:nvPr/>
          </p:nvSpPr>
          <p:spPr bwMode="gray">
            <a:xfrm flipH="1">
              <a:off x="1261809" y="3868370"/>
              <a:ext cx="184403" cy="334957"/>
            </a:xfrm>
            <a:prstGeom prst="line">
              <a:avLst/>
            </a:prstGeom>
            <a:ln>
              <a:solidFill>
                <a:schemeClr val="accent1">
                  <a:lumMod val="50000"/>
                </a:schemeClr>
              </a:solidFill>
              <a:prstDash val="dash"/>
              <a:headEnd/>
              <a:tailEnd/>
            </a:ln>
          </p:spPr>
          <p:style>
            <a:lnRef idx="2">
              <a:schemeClr val="dk1"/>
            </a:lnRef>
            <a:fillRef idx="0">
              <a:schemeClr val="dk1"/>
            </a:fillRef>
            <a:effectRef idx="1">
              <a:schemeClr val="dk1"/>
            </a:effectRef>
            <a:fontRef idx="minor">
              <a:schemeClr val="tx1"/>
            </a:fontRef>
          </p:style>
          <p:txBody>
            <a:bodyPr wrap="none" lIns="92075" tIns="46038" rIns="92075" bIns="46038" anchor="ctr"/>
            <a:lstStyle/>
            <a:p>
              <a:endParaRPr lang="en-GB"/>
            </a:p>
          </p:txBody>
        </p:sp>
      </p:gr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fade">
                                      <p:cBhvr>
                                        <p:cTn id="7" dur="500"/>
                                        <p:tgtEl>
                                          <p:spTgt spid="60"/>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7146"/>
                                        </p:tgtEl>
                                        <p:attrNameLst>
                                          <p:attrName>style.visibility</p:attrName>
                                        </p:attrNameLst>
                                      </p:cBhvr>
                                      <p:to>
                                        <p:strVal val="visible"/>
                                      </p:to>
                                    </p:set>
                                    <p:animEffect transition="in" filter="fade">
                                      <p:cBhvr>
                                        <p:cTn id="11" dur="500"/>
                                        <p:tgtEl>
                                          <p:spTgt spid="4714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wipe(up)">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4"/>
                                        </p:tgtEl>
                                        <p:attrNameLst>
                                          <p:attrName>style.visibility</p:attrName>
                                        </p:attrNameLst>
                                      </p:cBhvr>
                                      <p:to>
                                        <p:strVal val="visible"/>
                                      </p:to>
                                    </p:set>
                                    <p:animEffect transition="in" filter="fade">
                                      <p:cBhvr>
                                        <p:cTn id="21" dur="500"/>
                                        <p:tgtEl>
                                          <p:spTgt spid="64"/>
                                        </p:tgtEl>
                                      </p:cBhvr>
                                    </p:animEffect>
                                  </p:childTnLst>
                                </p:cTn>
                              </p:par>
                              <p:par>
                                <p:cTn id="22" presetID="10" presetClass="entr" presetSubtype="0" fill="hold" nodeType="withEffect">
                                  <p:stCondLst>
                                    <p:cond delay="0"/>
                                  </p:stCondLst>
                                  <p:childTnLst>
                                    <p:set>
                                      <p:cBhvr>
                                        <p:cTn id="23" dur="1" fill="hold">
                                          <p:stCondLst>
                                            <p:cond delay="0"/>
                                          </p:stCondLst>
                                        </p:cTn>
                                        <p:tgtEl>
                                          <p:spTgt spid="62"/>
                                        </p:tgtEl>
                                        <p:attrNameLst>
                                          <p:attrName>style.visibility</p:attrName>
                                        </p:attrNameLst>
                                      </p:cBhvr>
                                      <p:to>
                                        <p:strVal val="visible"/>
                                      </p:to>
                                    </p:set>
                                    <p:animEffect transition="in" filter="fade">
                                      <p:cBhvr>
                                        <p:cTn id="24" dur="500"/>
                                        <p:tgtEl>
                                          <p:spTgt spid="6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47144"/>
                                        </p:tgtEl>
                                        <p:attrNameLst>
                                          <p:attrName>style.visibility</p:attrName>
                                        </p:attrNameLst>
                                      </p:cBhvr>
                                      <p:to>
                                        <p:strVal val="visible"/>
                                      </p:to>
                                    </p:set>
                                    <p:animEffect transition="in" filter="fade">
                                      <p:cBhvr>
                                        <p:cTn id="27" dur="500"/>
                                        <p:tgtEl>
                                          <p:spTgt spid="4714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fade">
                                      <p:cBhvr>
                                        <p:cTn id="37" dur="500"/>
                                        <p:tgtEl>
                                          <p:spTgt spid="67"/>
                                        </p:tgtEl>
                                      </p:cBhvr>
                                    </p:animEffect>
                                  </p:childTnLst>
                                </p:cTn>
                              </p:par>
                              <p:par>
                                <p:cTn id="38" presetID="10" presetClass="entr" presetSubtype="0" fill="hold" nodeType="with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par>
                                <p:cTn id="41" presetID="10" presetClass="entr" presetSubtype="0" fill="hold" nodeType="withEffect">
                                  <p:stCondLst>
                                    <p:cond delay="0"/>
                                  </p:stCondLst>
                                  <p:childTnLst>
                                    <p:set>
                                      <p:cBhvr>
                                        <p:cTn id="42" dur="1" fill="hold">
                                          <p:stCondLst>
                                            <p:cond delay="0"/>
                                          </p:stCondLst>
                                        </p:cTn>
                                        <p:tgtEl>
                                          <p:spTgt spid="72"/>
                                        </p:tgtEl>
                                        <p:attrNameLst>
                                          <p:attrName>style.visibility</p:attrName>
                                        </p:attrNameLst>
                                      </p:cBhvr>
                                      <p:to>
                                        <p:strVal val="visible"/>
                                      </p:to>
                                    </p:set>
                                    <p:animEffect transition="in" filter="fade">
                                      <p:cBhvr>
                                        <p:cTn id="43" dur="500"/>
                                        <p:tgtEl>
                                          <p:spTgt spid="72"/>
                                        </p:tgtEl>
                                      </p:cBhvr>
                                    </p:animEffect>
                                  </p:childTnLst>
                                </p:cTn>
                              </p:par>
                              <p:par>
                                <p:cTn id="44" presetID="10" presetClass="entr" presetSubtype="0" fill="hold" nodeType="withEffect">
                                  <p:stCondLst>
                                    <p:cond delay="0"/>
                                  </p:stCondLst>
                                  <p:childTnLst>
                                    <p:set>
                                      <p:cBhvr>
                                        <p:cTn id="45" dur="1" fill="hold">
                                          <p:stCondLst>
                                            <p:cond delay="0"/>
                                          </p:stCondLst>
                                        </p:cTn>
                                        <p:tgtEl>
                                          <p:spTgt spid="74"/>
                                        </p:tgtEl>
                                        <p:attrNameLst>
                                          <p:attrName>style.visibility</p:attrName>
                                        </p:attrNameLst>
                                      </p:cBhvr>
                                      <p:to>
                                        <p:strVal val="visible"/>
                                      </p:to>
                                    </p:set>
                                    <p:animEffect transition="in" filter="fade">
                                      <p:cBhvr>
                                        <p:cTn id="46" dur="500"/>
                                        <p:tgtEl>
                                          <p:spTgt spid="7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7145"/>
                                        </p:tgtEl>
                                        <p:attrNameLst>
                                          <p:attrName>style.visibility</p:attrName>
                                        </p:attrNameLst>
                                      </p:cBhvr>
                                      <p:to>
                                        <p:strVal val="visible"/>
                                      </p:to>
                                    </p:set>
                                    <p:animEffect transition="in" filter="fade">
                                      <p:cBhvr>
                                        <p:cTn id="49" dur="500"/>
                                        <p:tgtEl>
                                          <p:spTgt spid="4714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1" fill="hold" nodeType="click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up)">
                                      <p:cBhvr>
                                        <p:cTn id="54" dur="500"/>
                                        <p:tgtEl>
                                          <p:spTgt spid="3"/>
                                        </p:tgtEl>
                                      </p:cBhvr>
                                    </p:animEffect>
                                  </p:childTnLst>
                                </p:cTn>
                              </p:par>
                            </p:childTnLst>
                          </p:cTn>
                        </p:par>
                        <p:par>
                          <p:cTn id="55" fill="hold">
                            <p:stCondLst>
                              <p:cond delay="500"/>
                            </p:stCondLst>
                            <p:childTnLst>
                              <p:par>
                                <p:cTn id="56" presetID="22" presetClass="entr" presetSubtype="8" fill="hold" nodeType="after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wipe(left)">
                                      <p:cBhvr>
                                        <p:cTn id="58" dur="500"/>
                                        <p:tgtEl>
                                          <p:spTgt spid="91"/>
                                        </p:tgtEl>
                                      </p:cBhvr>
                                    </p:animEffect>
                                  </p:childTnLst>
                                </p:cTn>
                              </p:par>
                            </p:childTnLst>
                          </p:cTn>
                        </p:par>
                        <p:par>
                          <p:cTn id="59" fill="hold">
                            <p:stCondLst>
                              <p:cond delay="1000"/>
                            </p:stCondLst>
                            <p:childTnLst>
                              <p:par>
                                <p:cTn id="60" presetID="22" presetClass="entr" presetSubtype="8" fill="hold" nodeType="afterEffect">
                                  <p:stCondLst>
                                    <p:cond delay="0"/>
                                  </p:stCondLst>
                                  <p:childTnLst>
                                    <p:set>
                                      <p:cBhvr>
                                        <p:cTn id="61" dur="1" fill="hold">
                                          <p:stCondLst>
                                            <p:cond delay="0"/>
                                          </p:stCondLst>
                                        </p:cTn>
                                        <p:tgtEl>
                                          <p:spTgt spid="93"/>
                                        </p:tgtEl>
                                        <p:attrNameLst>
                                          <p:attrName>style.visibility</p:attrName>
                                        </p:attrNameLst>
                                      </p:cBhvr>
                                      <p:to>
                                        <p:strVal val="visible"/>
                                      </p:to>
                                    </p:set>
                                    <p:animEffect transition="in" filter="wipe(left)">
                                      <p:cBhvr>
                                        <p:cTn id="62" dur="500"/>
                                        <p:tgtEl>
                                          <p:spTgt spid="93"/>
                                        </p:tgtEl>
                                      </p:cBhvr>
                                    </p:animEffect>
                                  </p:childTnLst>
                                </p:cTn>
                              </p:par>
                            </p:childTnLst>
                          </p:cTn>
                        </p:par>
                        <p:par>
                          <p:cTn id="63" fill="hold">
                            <p:stCondLst>
                              <p:cond delay="1500"/>
                            </p:stCondLst>
                            <p:childTnLst>
                              <p:par>
                                <p:cTn id="64" presetID="22" presetClass="entr" presetSubtype="8" fill="hold" nodeType="after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wipe(left)">
                                      <p:cBhvr>
                                        <p:cTn id="66" dur="500"/>
                                        <p:tgtEl>
                                          <p:spTgt spid="9"/>
                                        </p:tgtEl>
                                      </p:cBhvr>
                                    </p:animEffect>
                                  </p:childTnLst>
                                </p:cTn>
                              </p:par>
                            </p:childTnLst>
                          </p:cTn>
                        </p:par>
                        <p:par>
                          <p:cTn id="67" fill="hold">
                            <p:stCondLst>
                              <p:cond delay="2000"/>
                            </p:stCondLst>
                            <p:childTnLst>
                              <p:par>
                                <p:cTn id="68" presetID="22" presetClass="entr" presetSubtype="8" fill="hold" nodeType="afterEffect">
                                  <p:stCondLst>
                                    <p:cond delay="0"/>
                                  </p:stCondLst>
                                  <p:childTnLst>
                                    <p:set>
                                      <p:cBhvr>
                                        <p:cTn id="69" dur="1" fill="hold">
                                          <p:stCondLst>
                                            <p:cond delay="0"/>
                                          </p:stCondLst>
                                        </p:cTn>
                                        <p:tgtEl>
                                          <p:spTgt spid="98"/>
                                        </p:tgtEl>
                                        <p:attrNameLst>
                                          <p:attrName>style.visibility</p:attrName>
                                        </p:attrNameLst>
                                      </p:cBhvr>
                                      <p:to>
                                        <p:strVal val="visible"/>
                                      </p:to>
                                    </p:set>
                                    <p:animEffect transition="in" filter="wipe(left)">
                                      <p:cBhvr>
                                        <p:cTn id="70" dur="500"/>
                                        <p:tgtEl>
                                          <p:spTgt spid="98"/>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47148"/>
                                        </p:tgtEl>
                                        <p:attrNameLst>
                                          <p:attrName>style.visibility</p:attrName>
                                        </p:attrNameLst>
                                      </p:cBhvr>
                                      <p:to>
                                        <p:strVal val="visible"/>
                                      </p:to>
                                    </p:set>
                                    <p:animEffect transition="in" filter="fade">
                                      <p:cBhvr>
                                        <p:cTn id="75" dur="500"/>
                                        <p:tgtEl>
                                          <p:spTgt spid="47148"/>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fade">
                                      <p:cBhvr>
                                        <p:cTn id="80" dur="500"/>
                                        <p:tgtEl>
                                          <p:spTgt spid="7"/>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500"/>
                                        <p:tgtEl>
                                          <p:spTgt spid="57"/>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47111"/>
                                        </p:tgtEl>
                                        <p:attrNameLst>
                                          <p:attrName>style.visibility</p:attrName>
                                        </p:attrNameLst>
                                      </p:cBhvr>
                                      <p:to>
                                        <p:strVal val="visible"/>
                                      </p:to>
                                    </p:set>
                                    <p:animEffect transition="in" filter="fade">
                                      <p:cBhvr>
                                        <p:cTn id="90" dur="500"/>
                                        <p:tgtEl>
                                          <p:spTgt spid="47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44" grpId="0"/>
      <p:bldP spid="47145" grpId="0"/>
      <p:bldP spid="47146" grpId="0"/>
      <p:bldP spid="47148" grpId="0"/>
      <p:bldP spid="57" grpId="0"/>
      <p:bldP spid="47111"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Evaluation of </a:t>
            </a:r>
            <a:r>
              <a:rPr lang="en-US" dirty="0" err="1">
                <a:latin typeface="Arial" charset="0"/>
              </a:rPr>
              <a:t>Mergesort</a:t>
            </a:r>
            <a:endParaRPr lang="en-US" dirty="0">
              <a:latin typeface="Arial" charset="0"/>
            </a:endParaRPr>
          </a:p>
        </p:txBody>
      </p:sp>
      <p:sp>
        <p:nvSpPr>
          <p:cNvPr id="44035" name="Rectangle 3"/>
          <p:cNvSpPr>
            <a:spLocks noGrp="1" noChangeArrowheads="1"/>
          </p:cNvSpPr>
          <p:nvPr>
            <p:ph sz="quarter" idx="17"/>
          </p:nvPr>
        </p:nvSpPr>
        <p:spPr/>
        <p:txBody>
          <a:bodyPr/>
          <a:lstStyle/>
          <a:p>
            <a:pPr>
              <a:lnSpc>
                <a:spcPct val="140000"/>
              </a:lnSpc>
              <a:buClr>
                <a:srgbClr val="002060"/>
              </a:buClr>
              <a:buFont typeface="Wingdings" panose="05000000000000000000" pitchFamily="2" charset="2"/>
              <a:buChar char="J"/>
            </a:pPr>
            <a:r>
              <a:rPr lang="en-US" altLang="en-US" sz="2400" b="1" dirty="0">
                <a:solidFill>
                  <a:srgbClr val="002060"/>
                </a:solidFill>
                <a:latin typeface="Arial" panose="020B0604020202020204" pitchFamily="34" charset="0"/>
              </a:rPr>
              <a:t>Strengths:</a:t>
            </a:r>
          </a:p>
          <a:p>
            <a:pPr marL="858838" lvl="1" indent="-401638">
              <a:lnSpc>
                <a:spcPct val="140000"/>
              </a:lnSpc>
              <a:buClr>
                <a:srgbClr val="002060"/>
              </a:buClr>
              <a:buFont typeface="Wingdings" panose="05000000000000000000" pitchFamily="2" charset="2"/>
              <a:buChar char="F"/>
            </a:pPr>
            <a:r>
              <a:rPr lang="en-US" altLang="en-US" sz="2400" dirty="0">
                <a:latin typeface="Arial" panose="020B0604020202020204" pitchFamily="34" charset="0"/>
              </a:rPr>
              <a:t>Simple and good runtime behavior</a:t>
            </a:r>
          </a:p>
          <a:p>
            <a:pPr marL="858838" lvl="1" indent="-401638">
              <a:lnSpc>
                <a:spcPct val="140000"/>
              </a:lnSpc>
              <a:buClr>
                <a:srgbClr val="002060"/>
              </a:buClr>
              <a:buFont typeface="Wingdings" panose="05000000000000000000" pitchFamily="2" charset="2"/>
              <a:buChar char="F"/>
            </a:pPr>
            <a:r>
              <a:rPr lang="en-US" altLang="en-US" sz="2400" dirty="0">
                <a:latin typeface="Arial" panose="020B0604020202020204" pitchFamily="34" charset="0"/>
              </a:rPr>
              <a:t>Easy to implement when using linked list</a:t>
            </a:r>
          </a:p>
          <a:p>
            <a:pPr>
              <a:lnSpc>
                <a:spcPct val="140000"/>
              </a:lnSpc>
              <a:buClr>
                <a:srgbClr val="C00000"/>
              </a:buClr>
              <a:buFont typeface="Wingdings" panose="05000000000000000000" pitchFamily="2" charset="2"/>
              <a:buChar char="L"/>
            </a:pPr>
            <a:r>
              <a:rPr lang="en-US" altLang="en-US" sz="2400" b="1" dirty="0">
                <a:solidFill>
                  <a:srgbClr val="C00000"/>
                </a:solidFill>
                <a:latin typeface="Arial" panose="020B0604020202020204" pitchFamily="34" charset="0"/>
              </a:rPr>
              <a:t>Weaknesses:</a:t>
            </a:r>
          </a:p>
          <a:p>
            <a:pPr marL="858838" lvl="1" indent="-401638">
              <a:lnSpc>
                <a:spcPct val="140000"/>
              </a:lnSpc>
              <a:buClr>
                <a:srgbClr val="C00000"/>
              </a:buClr>
              <a:buFont typeface="Wingdings" panose="05000000000000000000" pitchFamily="2" charset="2"/>
              <a:buChar char="F"/>
            </a:pPr>
            <a:r>
              <a:rPr lang="en-US" altLang="en-US" sz="2400" dirty="0">
                <a:latin typeface="Arial" panose="020B0604020202020204" pitchFamily="34" charset="0"/>
              </a:rPr>
              <a:t>Difficult to implement for contiguous data storage such as array without auxiliary storage (requires data movements during merging)</a:t>
            </a:r>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03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5">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4" name="Content Placeholder 2"/>
          <p:cNvSpPr>
            <a:spLocks noGrp="1"/>
          </p:cNvSpPr>
          <p:nvPr>
            <p:ph sz="quarter" idx="17"/>
          </p:nvPr>
        </p:nvSpPr>
        <p:spPr>
          <a:xfrm>
            <a:off x="495141" y="1471612"/>
            <a:ext cx="8912543" cy="4852987"/>
          </a:xfrm>
        </p:spPr>
        <p:txBody>
          <a:bodyPr/>
          <a:lstStyle/>
          <a:p>
            <a:r>
              <a:rPr lang="en-GB" sz="2400" dirty="0" err="1"/>
              <a:t>Mergesort</a:t>
            </a:r>
            <a:r>
              <a:rPr lang="en-GB" sz="2400" dirty="0"/>
              <a:t> uses the </a:t>
            </a:r>
            <a:r>
              <a:rPr lang="en-GB" sz="2400" b="1" dirty="0"/>
              <a:t>Divide and Conquer </a:t>
            </a:r>
            <a:r>
              <a:rPr lang="en-GB" sz="2400" dirty="0"/>
              <a:t>approach.</a:t>
            </a:r>
          </a:p>
          <a:p>
            <a:pPr lvl="1"/>
            <a:r>
              <a:rPr lang="en-GB" sz="2000" dirty="0"/>
              <a:t>It recursively divide a list into two halves of approximately equal sizes, until the sub-list is too small (no more than two elements).</a:t>
            </a:r>
          </a:p>
          <a:p>
            <a:pPr lvl="1"/>
            <a:r>
              <a:rPr lang="en-GB" sz="2000" dirty="0"/>
              <a:t>Then, it recursively merges two sorted sub-lists into one sorted list.</a:t>
            </a:r>
          </a:p>
          <a:p>
            <a:endParaRPr lang="en-GB" sz="2400" dirty="0"/>
          </a:p>
          <a:p>
            <a:r>
              <a:rPr lang="en-GB" sz="2400" dirty="0"/>
              <a:t>The worst-case running time for </a:t>
            </a:r>
            <a:r>
              <a:rPr lang="en-GB" sz="2400" b="1" dirty="0"/>
              <a:t>merging</a:t>
            </a:r>
            <a:r>
              <a:rPr lang="en-GB" sz="2400" dirty="0"/>
              <a:t> two sorted lists of total size </a:t>
            </a:r>
            <a:r>
              <a:rPr lang="en-GB" sz="2400" i="1" dirty="0">
                <a:solidFill>
                  <a:srgbClr val="0000FF"/>
                </a:solidFill>
              </a:rPr>
              <a:t>n</a:t>
            </a:r>
            <a:r>
              <a:rPr lang="en-GB" sz="2400" dirty="0"/>
              <a:t> is </a:t>
            </a:r>
            <a:r>
              <a:rPr lang="en-GB" sz="2400" i="1" dirty="0">
                <a:solidFill>
                  <a:srgbClr val="0000FF"/>
                </a:solidFill>
              </a:rPr>
              <a:t>n</a:t>
            </a:r>
            <a:r>
              <a:rPr lang="en-GB" sz="2400" dirty="0">
                <a:solidFill>
                  <a:srgbClr val="0000FF"/>
                </a:solidFill>
              </a:rPr>
              <a:t> – 1</a:t>
            </a:r>
            <a:r>
              <a:rPr lang="en-GB" sz="2400" dirty="0"/>
              <a:t> key comparisons.</a:t>
            </a:r>
          </a:p>
          <a:p>
            <a:endParaRPr lang="en-GB" sz="2400" dirty="0"/>
          </a:p>
          <a:p>
            <a:r>
              <a:rPr lang="en-GB" sz="2400" dirty="0"/>
              <a:t>The running time of </a:t>
            </a:r>
            <a:r>
              <a:rPr lang="en-GB" sz="2400" dirty="0" err="1"/>
              <a:t>Mergesort</a:t>
            </a:r>
            <a:r>
              <a:rPr lang="en-GB" sz="2400" dirty="0"/>
              <a:t> is </a:t>
            </a:r>
            <a:r>
              <a:rPr lang="en-GB" sz="2400" i="1" dirty="0">
                <a:solidFill>
                  <a:srgbClr val="0000FF"/>
                </a:solidFill>
              </a:rPr>
              <a:t>O</a:t>
            </a:r>
            <a:r>
              <a:rPr lang="en-GB" sz="2400" dirty="0">
                <a:solidFill>
                  <a:srgbClr val="0000FF"/>
                </a:solidFill>
              </a:rPr>
              <a:t>(</a:t>
            </a:r>
            <a:r>
              <a:rPr lang="en-GB" sz="2400" i="1" dirty="0" err="1">
                <a:solidFill>
                  <a:srgbClr val="0000FF"/>
                </a:solidFill>
              </a:rPr>
              <a:t>n</a:t>
            </a:r>
            <a:r>
              <a:rPr lang="en-GB" sz="2400" dirty="0" err="1">
                <a:solidFill>
                  <a:srgbClr val="0000FF"/>
                </a:solidFill>
              </a:rPr>
              <a:t>lg</a:t>
            </a:r>
            <a:r>
              <a:rPr lang="en-GB" sz="2400" i="1" dirty="0" err="1">
                <a:solidFill>
                  <a:srgbClr val="0000FF"/>
                </a:solidFill>
              </a:rPr>
              <a:t>n</a:t>
            </a:r>
            <a:r>
              <a:rPr lang="en-GB" sz="2400" dirty="0">
                <a:solidFill>
                  <a:srgbClr val="0000FF"/>
                </a:solidFill>
              </a:rPr>
              <a:t>)</a:t>
            </a:r>
            <a:r>
              <a:rPr lang="en-GB" sz="2400" dirty="0"/>
              <a:t>.</a:t>
            </a:r>
          </a:p>
          <a:p>
            <a:pPr marL="0" indent="0">
              <a:buNone/>
            </a:pPr>
            <a:endParaRPr lang="en-GB" sz="2000" dirty="0"/>
          </a:p>
          <a:p>
            <a:pPr marL="0" indent="0">
              <a:buNone/>
            </a:pPr>
            <a:endParaRPr lang="en-GB" sz="2800" dirty="0"/>
          </a:p>
        </p:txBody>
      </p:sp>
    </p:spTree>
    <p:extLst>
      <p:ext uri="{BB962C8B-B14F-4D97-AF65-F5344CB8AC3E}">
        <p14:creationId xmlns:p14="http://schemas.microsoft.com/office/powerpoint/2010/main" val="88574539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CE2001</Template>
  <TotalTime>140565</TotalTime>
  <Words>10386</Words>
  <Application>Microsoft Macintosh PowerPoint</Application>
  <PresentationFormat>Custom</PresentationFormat>
  <Paragraphs>1868</Paragraphs>
  <Slides>86</Slides>
  <Notes>86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Arial</vt:lpstr>
      <vt:lpstr>Courier New</vt:lpstr>
      <vt:lpstr>Monotype Sorts</vt:lpstr>
      <vt:lpstr>Open Sans Extrabold</vt:lpstr>
      <vt:lpstr>Times New Roman</vt:lpstr>
      <vt:lpstr>Verdana</vt:lpstr>
      <vt:lpstr>Wingdings</vt:lpstr>
      <vt:lpstr>Khin-CE2001</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CE2101/ CZ2101: Algorithm Design and Analysis</dc:title>
  <cp:lastModifiedBy>Shang-Wei Lin</cp:lastModifiedBy>
  <cp:revision>4</cp:revision>
  <cp:lastPrinted>2016-05-25T06:12:33Z</cp:lastPrinted>
  <dcterms:created xsi:type="dcterms:W3CDTF">1995-06-02T22:16:36Z</dcterms:created>
  <dcterms:modified xsi:type="dcterms:W3CDTF">2022-08-14T14:55:49Z</dcterms:modified>
</cp:coreProperties>
</file>